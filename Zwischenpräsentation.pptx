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8" r:id="rId2"/>
    <p:sldId id="259" r:id="rId3"/>
    <p:sldId id="260" r:id="rId4"/>
    <p:sldId id="261" r:id="rId5"/>
    <p:sldId id="262" r:id="rId6"/>
    <p:sldId id="263" r:id="rId7"/>
    <p:sldId id="264" r:id="rId8"/>
    <p:sldId id="265" r:id="rId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5303" autoAdjust="0"/>
  </p:normalViewPr>
  <p:slideViewPr>
    <p:cSldViewPr snapToGrid="0">
      <p:cViewPr>
        <p:scale>
          <a:sx n="100" d="100"/>
          <a:sy n="100" d="100"/>
        </p:scale>
        <p:origin x="990" y="-4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sv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rawing1.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sv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01149C1-CFD3-4BDE-9D10-02604268D43E}"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728A73D1-AD19-402A-9A87-A60C52125F98}">
      <dgm:prSet/>
      <dgm:spPr/>
      <dgm:t>
        <a:bodyPr/>
        <a:lstStyle/>
        <a:p>
          <a:pPr>
            <a:lnSpc>
              <a:spcPct val="100000"/>
            </a:lnSpc>
          </a:pPr>
          <a:r>
            <a:rPr lang="de-DE"/>
            <a:t>Rückblick</a:t>
          </a:r>
          <a:endParaRPr lang="en-US"/>
        </a:p>
      </dgm:t>
    </dgm:pt>
    <dgm:pt modelId="{BD0A2743-E90D-43C9-A4C0-A84B706B744B}" type="parTrans" cxnId="{2EC4C550-8EB0-4E77-9E3C-DF52EB1FD2F2}">
      <dgm:prSet/>
      <dgm:spPr/>
      <dgm:t>
        <a:bodyPr/>
        <a:lstStyle/>
        <a:p>
          <a:endParaRPr lang="en-US"/>
        </a:p>
      </dgm:t>
    </dgm:pt>
    <dgm:pt modelId="{67CB4D47-D9F7-4597-9D23-3114CC17D568}" type="sibTrans" cxnId="{2EC4C550-8EB0-4E77-9E3C-DF52EB1FD2F2}">
      <dgm:prSet/>
      <dgm:spPr/>
      <dgm:t>
        <a:bodyPr/>
        <a:lstStyle/>
        <a:p>
          <a:endParaRPr lang="en-US"/>
        </a:p>
      </dgm:t>
    </dgm:pt>
    <dgm:pt modelId="{1ADA2BD3-2895-42CA-AC30-ABFC3EFDC945}">
      <dgm:prSet/>
      <dgm:spPr/>
      <dgm:t>
        <a:bodyPr/>
        <a:lstStyle/>
        <a:p>
          <a:pPr>
            <a:lnSpc>
              <a:spcPct val="100000"/>
            </a:lnSpc>
          </a:pPr>
          <a:r>
            <a:rPr lang="de-DE"/>
            <a:t>Ziele</a:t>
          </a:r>
          <a:endParaRPr lang="en-US"/>
        </a:p>
      </dgm:t>
    </dgm:pt>
    <dgm:pt modelId="{93E1869B-37AD-4D68-BBC5-73A279DC3DB0}" type="parTrans" cxnId="{6015D94B-C7F2-4B06-B096-E7CCD928E405}">
      <dgm:prSet/>
      <dgm:spPr/>
      <dgm:t>
        <a:bodyPr/>
        <a:lstStyle/>
        <a:p>
          <a:endParaRPr lang="en-US"/>
        </a:p>
      </dgm:t>
    </dgm:pt>
    <dgm:pt modelId="{626E2F73-9BD7-4EC1-A838-31EF0F243F87}" type="sibTrans" cxnId="{6015D94B-C7F2-4B06-B096-E7CCD928E405}">
      <dgm:prSet/>
      <dgm:spPr/>
      <dgm:t>
        <a:bodyPr/>
        <a:lstStyle/>
        <a:p>
          <a:endParaRPr lang="en-US"/>
        </a:p>
      </dgm:t>
    </dgm:pt>
    <dgm:pt modelId="{719E71AC-7690-4485-AD3F-9993CEDF350A}">
      <dgm:prSet/>
      <dgm:spPr/>
      <dgm:t>
        <a:bodyPr/>
        <a:lstStyle/>
        <a:p>
          <a:pPr>
            <a:lnSpc>
              <a:spcPct val="100000"/>
            </a:lnSpc>
          </a:pPr>
          <a:r>
            <a:rPr lang="de-DE"/>
            <a:t>Sprint 2</a:t>
          </a:r>
          <a:endParaRPr lang="en-US"/>
        </a:p>
      </dgm:t>
    </dgm:pt>
    <dgm:pt modelId="{0892FD06-E0A5-4785-8F49-FB506834C6D2}" type="parTrans" cxnId="{767643AC-1C64-45E0-B81D-72993E38E568}">
      <dgm:prSet/>
      <dgm:spPr/>
      <dgm:t>
        <a:bodyPr/>
        <a:lstStyle/>
        <a:p>
          <a:endParaRPr lang="en-US"/>
        </a:p>
      </dgm:t>
    </dgm:pt>
    <dgm:pt modelId="{4318AC95-012B-4280-9A0D-E94A49294462}" type="sibTrans" cxnId="{767643AC-1C64-45E0-B81D-72993E38E568}">
      <dgm:prSet/>
      <dgm:spPr/>
      <dgm:t>
        <a:bodyPr/>
        <a:lstStyle/>
        <a:p>
          <a:endParaRPr lang="en-US"/>
        </a:p>
      </dgm:t>
    </dgm:pt>
    <dgm:pt modelId="{FF6EA48B-70D5-4A06-ADA7-0D3C8441C322}">
      <dgm:prSet/>
      <dgm:spPr/>
      <dgm:t>
        <a:bodyPr/>
        <a:lstStyle/>
        <a:p>
          <a:pPr>
            <a:lnSpc>
              <a:spcPct val="100000"/>
            </a:lnSpc>
          </a:pPr>
          <a:r>
            <a:rPr lang="de-DE"/>
            <a:t>Live Demo</a:t>
          </a:r>
          <a:endParaRPr lang="en-US"/>
        </a:p>
      </dgm:t>
    </dgm:pt>
    <dgm:pt modelId="{90FFC0EC-52CF-4063-91CD-E6A434F70611}" type="parTrans" cxnId="{4EF0C7D6-E213-4018-BE80-F48AC19FDB93}">
      <dgm:prSet/>
      <dgm:spPr/>
      <dgm:t>
        <a:bodyPr/>
        <a:lstStyle/>
        <a:p>
          <a:endParaRPr lang="en-US"/>
        </a:p>
      </dgm:t>
    </dgm:pt>
    <dgm:pt modelId="{D5E04BDF-8D8D-4D05-A783-44F8A643D01A}" type="sibTrans" cxnId="{4EF0C7D6-E213-4018-BE80-F48AC19FDB93}">
      <dgm:prSet/>
      <dgm:spPr/>
      <dgm:t>
        <a:bodyPr/>
        <a:lstStyle/>
        <a:p>
          <a:endParaRPr lang="en-US"/>
        </a:p>
      </dgm:t>
    </dgm:pt>
    <dgm:pt modelId="{277E0D86-93C4-4788-8D46-BD0AD291AB3D}">
      <dgm:prSet/>
      <dgm:spPr/>
      <dgm:t>
        <a:bodyPr/>
        <a:lstStyle/>
        <a:p>
          <a:pPr>
            <a:lnSpc>
              <a:spcPct val="100000"/>
            </a:lnSpc>
          </a:pPr>
          <a:r>
            <a:rPr lang="de-DE"/>
            <a:t>Herausforderungen</a:t>
          </a:r>
          <a:endParaRPr lang="en-US"/>
        </a:p>
      </dgm:t>
    </dgm:pt>
    <dgm:pt modelId="{D008D7B5-E6E6-4F7F-937F-F6EDFB6BD715}" type="parTrans" cxnId="{FAF17B52-D2C0-4D12-8030-36745EA09CA3}">
      <dgm:prSet/>
      <dgm:spPr/>
      <dgm:t>
        <a:bodyPr/>
        <a:lstStyle/>
        <a:p>
          <a:endParaRPr lang="en-US"/>
        </a:p>
      </dgm:t>
    </dgm:pt>
    <dgm:pt modelId="{0CC8A3EA-E66E-4BB3-A30A-EA5C6B9CF79D}" type="sibTrans" cxnId="{FAF17B52-D2C0-4D12-8030-36745EA09CA3}">
      <dgm:prSet/>
      <dgm:spPr/>
      <dgm:t>
        <a:bodyPr/>
        <a:lstStyle/>
        <a:p>
          <a:endParaRPr lang="en-US"/>
        </a:p>
      </dgm:t>
    </dgm:pt>
    <dgm:pt modelId="{49260B99-4A13-4B17-ADD9-F36BAF7BDEA2}">
      <dgm:prSet/>
      <dgm:spPr/>
      <dgm:t>
        <a:bodyPr/>
        <a:lstStyle/>
        <a:p>
          <a:pPr>
            <a:lnSpc>
              <a:spcPct val="100000"/>
            </a:lnSpc>
          </a:pPr>
          <a:r>
            <a:rPr lang="de-DE"/>
            <a:t>Ausblick</a:t>
          </a:r>
          <a:endParaRPr lang="en-US"/>
        </a:p>
      </dgm:t>
    </dgm:pt>
    <dgm:pt modelId="{0268F5FA-6BEA-4C2D-9B0D-AE2BD0ADED10}" type="parTrans" cxnId="{30D5EFA4-BC2E-483F-8AA5-0961A4777EDB}">
      <dgm:prSet/>
      <dgm:spPr/>
      <dgm:t>
        <a:bodyPr/>
        <a:lstStyle/>
        <a:p>
          <a:endParaRPr lang="en-US"/>
        </a:p>
      </dgm:t>
    </dgm:pt>
    <dgm:pt modelId="{1F1804D0-F0D4-4E07-8CC7-0AD6B7F8DC81}" type="sibTrans" cxnId="{30D5EFA4-BC2E-483F-8AA5-0961A4777EDB}">
      <dgm:prSet/>
      <dgm:spPr/>
      <dgm:t>
        <a:bodyPr/>
        <a:lstStyle/>
        <a:p>
          <a:endParaRPr lang="en-US"/>
        </a:p>
      </dgm:t>
    </dgm:pt>
    <dgm:pt modelId="{2B2C1B6B-0323-439B-B6E9-F430445964CB}" type="pres">
      <dgm:prSet presAssocID="{601149C1-CFD3-4BDE-9D10-02604268D43E}" presName="root" presStyleCnt="0">
        <dgm:presLayoutVars>
          <dgm:dir/>
          <dgm:resizeHandles val="exact"/>
        </dgm:presLayoutVars>
      </dgm:prSet>
      <dgm:spPr/>
    </dgm:pt>
    <dgm:pt modelId="{39639DAE-57AE-47FA-81A0-259B8577772D}" type="pres">
      <dgm:prSet presAssocID="{728A73D1-AD19-402A-9A87-A60C52125F98}" presName="compNode" presStyleCnt="0"/>
      <dgm:spPr/>
    </dgm:pt>
    <dgm:pt modelId="{2A59D14B-8B7F-4E99-ADBA-795F2B0209F3}" type="pres">
      <dgm:prSet presAssocID="{728A73D1-AD19-402A-9A87-A60C52125F98}" presName="bgRect" presStyleLbl="bgShp" presStyleIdx="0" presStyleCnt="6"/>
      <dgm:spPr/>
    </dgm:pt>
    <dgm:pt modelId="{E8B130CA-0AFA-4234-8BE1-66B0B0D1AE54}" type="pres">
      <dgm:prSet presAssocID="{728A73D1-AD19-402A-9A87-A60C52125F98}" presName="iconRect" presStyleLbl="node1" presStyleIdx="0" presStyleCnt="6"/>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Wiedergabe"/>
        </a:ext>
      </dgm:extLst>
    </dgm:pt>
    <dgm:pt modelId="{69C34663-0C6A-4F72-A685-C0A7997F2A72}" type="pres">
      <dgm:prSet presAssocID="{728A73D1-AD19-402A-9A87-A60C52125F98}" presName="spaceRect" presStyleCnt="0"/>
      <dgm:spPr/>
    </dgm:pt>
    <dgm:pt modelId="{E4A515B2-3268-48C3-87A0-95A36BCD3448}" type="pres">
      <dgm:prSet presAssocID="{728A73D1-AD19-402A-9A87-A60C52125F98}" presName="parTx" presStyleLbl="revTx" presStyleIdx="0" presStyleCnt="6">
        <dgm:presLayoutVars>
          <dgm:chMax val="0"/>
          <dgm:chPref val="0"/>
        </dgm:presLayoutVars>
      </dgm:prSet>
      <dgm:spPr/>
    </dgm:pt>
    <dgm:pt modelId="{07E43460-659C-480B-AA8E-A87DB58C6AEF}" type="pres">
      <dgm:prSet presAssocID="{67CB4D47-D9F7-4597-9D23-3114CC17D568}" presName="sibTrans" presStyleCnt="0"/>
      <dgm:spPr/>
    </dgm:pt>
    <dgm:pt modelId="{E93C86F1-37D0-4786-B483-1DA429744DBC}" type="pres">
      <dgm:prSet presAssocID="{1ADA2BD3-2895-42CA-AC30-ABFC3EFDC945}" presName="compNode" presStyleCnt="0"/>
      <dgm:spPr/>
    </dgm:pt>
    <dgm:pt modelId="{812254B3-7D31-4D9E-B455-1B0DEB48EF4B}" type="pres">
      <dgm:prSet presAssocID="{1ADA2BD3-2895-42CA-AC30-ABFC3EFDC945}" presName="bgRect" presStyleLbl="bgShp" presStyleIdx="1" presStyleCnt="6"/>
      <dgm:spPr/>
    </dgm:pt>
    <dgm:pt modelId="{DBBEADC9-4EC3-4DB3-8005-34FD7E56383D}" type="pres">
      <dgm:prSet presAssocID="{1ADA2BD3-2895-42CA-AC30-ABFC3EFDC945}" presName="iconRect" presStyleLbl="node1" presStyleIdx="1" presStyleCnt="6"/>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Volltreffer"/>
        </a:ext>
      </dgm:extLst>
    </dgm:pt>
    <dgm:pt modelId="{EED83F29-3048-420F-B3CE-FBCA214D9C70}" type="pres">
      <dgm:prSet presAssocID="{1ADA2BD3-2895-42CA-AC30-ABFC3EFDC945}" presName="spaceRect" presStyleCnt="0"/>
      <dgm:spPr/>
    </dgm:pt>
    <dgm:pt modelId="{B3C5D237-A6BE-4F20-A02E-FFB882236D87}" type="pres">
      <dgm:prSet presAssocID="{1ADA2BD3-2895-42CA-AC30-ABFC3EFDC945}" presName="parTx" presStyleLbl="revTx" presStyleIdx="1" presStyleCnt="6">
        <dgm:presLayoutVars>
          <dgm:chMax val="0"/>
          <dgm:chPref val="0"/>
        </dgm:presLayoutVars>
      </dgm:prSet>
      <dgm:spPr/>
    </dgm:pt>
    <dgm:pt modelId="{16F6E5B0-0820-4193-A578-A9640064604D}" type="pres">
      <dgm:prSet presAssocID="{626E2F73-9BD7-4EC1-A838-31EF0F243F87}" presName="sibTrans" presStyleCnt="0"/>
      <dgm:spPr/>
    </dgm:pt>
    <dgm:pt modelId="{1B212770-5F59-474E-8F2F-A23FECA7B57C}" type="pres">
      <dgm:prSet presAssocID="{719E71AC-7690-4485-AD3F-9993CEDF350A}" presName="compNode" presStyleCnt="0"/>
      <dgm:spPr/>
    </dgm:pt>
    <dgm:pt modelId="{E1AC144A-DCEE-4982-8978-9FBE71B64C2C}" type="pres">
      <dgm:prSet presAssocID="{719E71AC-7690-4485-AD3F-9993CEDF350A}" presName="bgRect" presStyleLbl="bgShp" presStyleIdx="2" presStyleCnt="6"/>
      <dgm:spPr/>
    </dgm:pt>
    <dgm:pt modelId="{309968D7-8D19-4CEB-9869-468B4511EC38}" type="pres">
      <dgm:prSet presAssocID="{719E71AC-7690-4485-AD3F-9993CEDF350A}" presName="iconRect" presStyleLbl="node1" presStyleIdx="2" presStyleCnt="6"/>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Ausführen"/>
        </a:ext>
      </dgm:extLst>
    </dgm:pt>
    <dgm:pt modelId="{7C9FDCB4-786B-4FC9-9212-28607006E4B8}" type="pres">
      <dgm:prSet presAssocID="{719E71AC-7690-4485-AD3F-9993CEDF350A}" presName="spaceRect" presStyleCnt="0"/>
      <dgm:spPr/>
    </dgm:pt>
    <dgm:pt modelId="{59323AEC-F1F3-4529-B82C-1E49136F9644}" type="pres">
      <dgm:prSet presAssocID="{719E71AC-7690-4485-AD3F-9993CEDF350A}" presName="parTx" presStyleLbl="revTx" presStyleIdx="2" presStyleCnt="6">
        <dgm:presLayoutVars>
          <dgm:chMax val="0"/>
          <dgm:chPref val="0"/>
        </dgm:presLayoutVars>
      </dgm:prSet>
      <dgm:spPr/>
    </dgm:pt>
    <dgm:pt modelId="{9E882E7E-7A9D-49B9-8C58-B54B6A7B1B6C}" type="pres">
      <dgm:prSet presAssocID="{4318AC95-012B-4280-9A0D-E94A49294462}" presName="sibTrans" presStyleCnt="0"/>
      <dgm:spPr/>
    </dgm:pt>
    <dgm:pt modelId="{BE51A623-F34F-47EC-BCA8-72E942089D41}" type="pres">
      <dgm:prSet presAssocID="{FF6EA48B-70D5-4A06-ADA7-0D3C8441C322}" presName="compNode" presStyleCnt="0"/>
      <dgm:spPr/>
    </dgm:pt>
    <dgm:pt modelId="{511CFD2F-B478-4F66-895F-F1216651502F}" type="pres">
      <dgm:prSet presAssocID="{FF6EA48B-70D5-4A06-ADA7-0D3C8441C322}" presName="bgRect" presStyleLbl="bgShp" presStyleIdx="3" presStyleCnt="6"/>
      <dgm:spPr/>
    </dgm:pt>
    <dgm:pt modelId="{C353B3EC-88DE-4505-A754-6542BD0C4F53}" type="pres">
      <dgm:prSet presAssocID="{FF6EA48B-70D5-4A06-ADA7-0D3C8441C322}" presName="iconRect" presStyleLbl="node1" presStyleIdx="3" presStyleCnt="6"/>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Monitor"/>
        </a:ext>
      </dgm:extLst>
    </dgm:pt>
    <dgm:pt modelId="{40F6BBF7-28AE-4E9D-AFF4-849522F48D9B}" type="pres">
      <dgm:prSet presAssocID="{FF6EA48B-70D5-4A06-ADA7-0D3C8441C322}" presName="spaceRect" presStyleCnt="0"/>
      <dgm:spPr/>
    </dgm:pt>
    <dgm:pt modelId="{19BF776B-4D94-47D1-A8EA-4C72E2447E69}" type="pres">
      <dgm:prSet presAssocID="{FF6EA48B-70D5-4A06-ADA7-0D3C8441C322}" presName="parTx" presStyleLbl="revTx" presStyleIdx="3" presStyleCnt="6">
        <dgm:presLayoutVars>
          <dgm:chMax val="0"/>
          <dgm:chPref val="0"/>
        </dgm:presLayoutVars>
      </dgm:prSet>
      <dgm:spPr/>
    </dgm:pt>
    <dgm:pt modelId="{6A8A53BB-CCBA-4F60-9336-5F17BD83AC36}" type="pres">
      <dgm:prSet presAssocID="{D5E04BDF-8D8D-4D05-A783-44F8A643D01A}" presName="sibTrans" presStyleCnt="0"/>
      <dgm:spPr/>
    </dgm:pt>
    <dgm:pt modelId="{23E03B7F-D583-4825-8A20-B44E08416564}" type="pres">
      <dgm:prSet presAssocID="{277E0D86-93C4-4788-8D46-BD0AD291AB3D}" presName="compNode" presStyleCnt="0"/>
      <dgm:spPr/>
    </dgm:pt>
    <dgm:pt modelId="{AB3B0F4A-40D4-45D8-BE4B-CC99DD908725}" type="pres">
      <dgm:prSet presAssocID="{277E0D86-93C4-4788-8D46-BD0AD291AB3D}" presName="bgRect" presStyleLbl="bgShp" presStyleIdx="4" presStyleCnt="6"/>
      <dgm:spPr/>
    </dgm:pt>
    <dgm:pt modelId="{738FBF5A-DC5C-4778-BD25-83F3629423F8}" type="pres">
      <dgm:prSet presAssocID="{277E0D86-93C4-4788-8D46-BD0AD291AB3D}" presName="iconRect" presStyleLbl="node1" presStyleIdx="4" presStyleCnt="6"/>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Warnung"/>
        </a:ext>
      </dgm:extLst>
    </dgm:pt>
    <dgm:pt modelId="{139BA5AF-6179-498D-AD36-12A7837B29D9}" type="pres">
      <dgm:prSet presAssocID="{277E0D86-93C4-4788-8D46-BD0AD291AB3D}" presName="spaceRect" presStyleCnt="0"/>
      <dgm:spPr/>
    </dgm:pt>
    <dgm:pt modelId="{46BB7B6D-5B38-4767-BE35-AFB35682DE54}" type="pres">
      <dgm:prSet presAssocID="{277E0D86-93C4-4788-8D46-BD0AD291AB3D}" presName="parTx" presStyleLbl="revTx" presStyleIdx="4" presStyleCnt="6">
        <dgm:presLayoutVars>
          <dgm:chMax val="0"/>
          <dgm:chPref val="0"/>
        </dgm:presLayoutVars>
      </dgm:prSet>
      <dgm:spPr/>
    </dgm:pt>
    <dgm:pt modelId="{CFD07E4F-3296-4E55-BA88-6B5A3F978814}" type="pres">
      <dgm:prSet presAssocID="{0CC8A3EA-E66E-4BB3-A30A-EA5C6B9CF79D}" presName="sibTrans" presStyleCnt="0"/>
      <dgm:spPr/>
    </dgm:pt>
    <dgm:pt modelId="{6D2FB591-B6A6-4509-80A1-7D82FF9FC0A3}" type="pres">
      <dgm:prSet presAssocID="{49260B99-4A13-4B17-ADD9-F36BAF7BDEA2}" presName="compNode" presStyleCnt="0"/>
      <dgm:spPr/>
    </dgm:pt>
    <dgm:pt modelId="{7BFEE4F8-62EF-400A-A72C-B6729D592F55}" type="pres">
      <dgm:prSet presAssocID="{49260B99-4A13-4B17-ADD9-F36BAF7BDEA2}" presName="bgRect" presStyleLbl="bgShp" presStyleIdx="5" presStyleCnt="6"/>
      <dgm:spPr/>
    </dgm:pt>
    <dgm:pt modelId="{2A52C70D-B364-4621-B707-66F5833E80F3}" type="pres">
      <dgm:prSet presAssocID="{49260B99-4A13-4B17-ADD9-F36BAF7BDEA2}" presName="iconRect" presStyleLbl="node1" presStyleIdx="5" presStyleCnt="6"/>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dgm:spPr>
      <dgm:extLst>
        <a:ext uri="{E40237B7-FDA0-4F09-8148-C483321AD2D9}">
          <dgm14:cNvPr xmlns:dgm14="http://schemas.microsoft.com/office/drawing/2010/diagram" id="0" name="" descr="Auge"/>
        </a:ext>
      </dgm:extLst>
    </dgm:pt>
    <dgm:pt modelId="{EC0492C9-C187-49E4-9A2E-BBF241E7ACC0}" type="pres">
      <dgm:prSet presAssocID="{49260B99-4A13-4B17-ADD9-F36BAF7BDEA2}" presName="spaceRect" presStyleCnt="0"/>
      <dgm:spPr/>
    </dgm:pt>
    <dgm:pt modelId="{48EFED12-8EB6-4008-988B-8EEEE2A348B3}" type="pres">
      <dgm:prSet presAssocID="{49260B99-4A13-4B17-ADD9-F36BAF7BDEA2}" presName="parTx" presStyleLbl="revTx" presStyleIdx="5" presStyleCnt="6">
        <dgm:presLayoutVars>
          <dgm:chMax val="0"/>
          <dgm:chPref val="0"/>
        </dgm:presLayoutVars>
      </dgm:prSet>
      <dgm:spPr/>
    </dgm:pt>
  </dgm:ptLst>
  <dgm:cxnLst>
    <dgm:cxn modelId="{792E860A-79D4-4785-849E-459A3C9883B5}" type="presOf" srcId="{FF6EA48B-70D5-4A06-ADA7-0D3C8441C322}" destId="{19BF776B-4D94-47D1-A8EA-4C72E2447E69}" srcOrd="0" destOrd="0" presId="urn:microsoft.com/office/officeart/2018/2/layout/IconVerticalSolidList"/>
    <dgm:cxn modelId="{1569CA1E-94FE-46BC-B63E-6E496D52040A}" type="presOf" srcId="{277E0D86-93C4-4788-8D46-BD0AD291AB3D}" destId="{46BB7B6D-5B38-4767-BE35-AFB35682DE54}" srcOrd="0" destOrd="0" presId="urn:microsoft.com/office/officeart/2018/2/layout/IconVerticalSolidList"/>
    <dgm:cxn modelId="{8FC07022-957C-4393-8C30-485CC011BC68}" type="presOf" srcId="{49260B99-4A13-4B17-ADD9-F36BAF7BDEA2}" destId="{48EFED12-8EB6-4008-988B-8EEEE2A348B3}" srcOrd="0" destOrd="0" presId="urn:microsoft.com/office/officeart/2018/2/layout/IconVerticalSolidList"/>
    <dgm:cxn modelId="{6015D94B-C7F2-4B06-B096-E7CCD928E405}" srcId="{601149C1-CFD3-4BDE-9D10-02604268D43E}" destId="{1ADA2BD3-2895-42CA-AC30-ABFC3EFDC945}" srcOrd="1" destOrd="0" parTransId="{93E1869B-37AD-4D68-BBC5-73A279DC3DB0}" sibTransId="{626E2F73-9BD7-4EC1-A838-31EF0F243F87}"/>
    <dgm:cxn modelId="{2EC4C550-8EB0-4E77-9E3C-DF52EB1FD2F2}" srcId="{601149C1-CFD3-4BDE-9D10-02604268D43E}" destId="{728A73D1-AD19-402A-9A87-A60C52125F98}" srcOrd="0" destOrd="0" parTransId="{BD0A2743-E90D-43C9-A4C0-A84B706B744B}" sibTransId="{67CB4D47-D9F7-4597-9D23-3114CC17D568}"/>
    <dgm:cxn modelId="{FAF17B52-D2C0-4D12-8030-36745EA09CA3}" srcId="{601149C1-CFD3-4BDE-9D10-02604268D43E}" destId="{277E0D86-93C4-4788-8D46-BD0AD291AB3D}" srcOrd="4" destOrd="0" parTransId="{D008D7B5-E6E6-4F7F-937F-F6EDFB6BD715}" sibTransId="{0CC8A3EA-E66E-4BB3-A30A-EA5C6B9CF79D}"/>
    <dgm:cxn modelId="{FF206076-FEEA-4772-B56F-8ADAED5BA09A}" type="presOf" srcId="{601149C1-CFD3-4BDE-9D10-02604268D43E}" destId="{2B2C1B6B-0323-439B-B6E9-F430445964CB}" srcOrd="0" destOrd="0" presId="urn:microsoft.com/office/officeart/2018/2/layout/IconVerticalSolidList"/>
    <dgm:cxn modelId="{F1052B58-AF86-458E-B640-84353A147001}" type="presOf" srcId="{719E71AC-7690-4485-AD3F-9993CEDF350A}" destId="{59323AEC-F1F3-4529-B82C-1E49136F9644}" srcOrd="0" destOrd="0" presId="urn:microsoft.com/office/officeart/2018/2/layout/IconVerticalSolidList"/>
    <dgm:cxn modelId="{B2996281-1F20-4E2E-8E70-637A5E3B5579}" type="presOf" srcId="{1ADA2BD3-2895-42CA-AC30-ABFC3EFDC945}" destId="{B3C5D237-A6BE-4F20-A02E-FFB882236D87}" srcOrd="0" destOrd="0" presId="urn:microsoft.com/office/officeart/2018/2/layout/IconVerticalSolidList"/>
    <dgm:cxn modelId="{30D5EFA4-BC2E-483F-8AA5-0961A4777EDB}" srcId="{601149C1-CFD3-4BDE-9D10-02604268D43E}" destId="{49260B99-4A13-4B17-ADD9-F36BAF7BDEA2}" srcOrd="5" destOrd="0" parTransId="{0268F5FA-6BEA-4C2D-9B0D-AE2BD0ADED10}" sibTransId="{1F1804D0-F0D4-4E07-8CC7-0AD6B7F8DC81}"/>
    <dgm:cxn modelId="{767643AC-1C64-45E0-B81D-72993E38E568}" srcId="{601149C1-CFD3-4BDE-9D10-02604268D43E}" destId="{719E71AC-7690-4485-AD3F-9993CEDF350A}" srcOrd="2" destOrd="0" parTransId="{0892FD06-E0A5-4785-8F49-FB506834C6D2}" sibTransId="{4318AC95-012B-4280-9A0D-E94A49294462}"/>
    <dgm:cxn modelId="{98C610B6-9ECB-46E4-93B2-59A88FEC4558}" type="presOf" srcId="{728A73D1-AD19-402A-9A87-A60C52125F98}" destId="{E4A515B2-3268-48C3-87A0-95A36BCD3448}" srcOrd="0" destOrd="0" presId="urn:microsoft.com/office/officeart/2018/2/layout/IconVerticalSolidList"/>
    <dgm:cxn modelId="{4EF0C7D6-E213-4018-BE80-F48AC19FDB93}" srcId="{601149C1-CFD3-4BDE-9D10-02604268D43E}" destId="{FF6EA48B-70D5-4A06-ADA7-0D3C8441C322}" srcOrd="3" destOrd="0" parTransId="{90FFC0EC-52CF-4063-91CD-E6A434F70611}" sibTransId="{D5E04BDF-8D8D-4D05-A783-44F8A643D01A}"/>
    <dgm:cxn modelId="{D78F682A-65A5-4670-93D2-F32AFFA0D0E3}" type="presParOf" srcId="{2B2C1B6B-0323-439B-B6E9-F430445964CB}" destId="{39639DAE-57AE-47FA-81A0-259B8577772D}" srcOrd="0" destOrd="0" presId="urn:microsoft.com/office/officeart/2018/2/layout/IconVerticalSolidList"/>
    <dgm:cxn modelId="{6E04C1B2-34F6-4743-86F8-5AA61C6CBCDD}" type="presParOf" srcId="{39639DAE-57AE-47FA-81A0-259B8577772D}" destId="{2A59D14B-8B7F-4E99-ADBA-795F2B0209F3}" srcOrd="0" destOrd="0" presId="urn:microsoft.com/office/officeart/2018/2/layout/IconVerticalSolidList"/>
    <dgm:cxn modelId="{7DF44E7F-D839-4056-B0FA-EA58B459D3BD}" type="presParOf" srcId="{39639DAE-57AE-47FA-81A0-259B8577772D}" destId="{E8B130CA-0AFA-4234-8BE1-66B0B0D1AE54}" srcOrd="1" destOrd="0" presId="urn:microsoft.com/office/officeart/2018/2/layout/IconVerticalSolidList"/>
    <dgm:cxn modelId="{A9FB3F7F-91B1-4749-A9BE-79B098EED332}" type="presParOf" srcId="{39639DAE-57AE-47FA-81A0-259B8577772D}" destId="{69C34663-0C6A-4F72-A685-C0A7997F2A72}" srcOrd="2" destOrd="0" presId="urn:microsoft.com/office/officeart/2018/2/layout/IconVerticalSolidList"/>
    <dgm:cxn modelId="{A207CA9D-B469-4B8E-822A-B2B0FEC03F8E}" type="presParOf" srcId="{39639DAE-57AE-47FA-81A0-259B8577772D}" destId="{E4A515B2-3268-48C3-87A0-95A36BCD3448}" srcOrd="3" destOrd="0" presId="urn:microsoft.com/office/officeart/2018/2/layout/IconVerticalSolidList"/>
    <dgm:cxn modelId="{BFB9FF5E-8C20-4E8F-950F-404FACC01C35}" type="presParOf" srcId="{2B2C1B6B-0323-439B-B6E9-F430445964CB}" destId="{07E43460-659C-480B-AA8E-A87DB58C6AEF}" srcOrd="1" destOrd="0" presId="urn:microsoft.com/office/officeart/2018/2/layout/IconVerticalSolidList"/>
    <dgm:cxn modelId="{ED01B71D-EEF1-4843-BEF3-41AFD1819EFF}" type="presParOf" srcId="{2B2C1B6B-0323-439B-B6E9-F430445964CB}" destId="{E93C86F1-37D0-4786-B483-1DA429744DBC}" srcOrd="2" destOrd="0" presId="urn:microsoft.com/office/officeart/2018/2/layout/IconVerticalSolidList"/>
    <dgm:cxn modelId="{4834BD96-50B3-4D72-B655-C86942DFC67A}" type="presParOf" srcId="{E93C86F1-37D0-4786-B483-1DA429744DBC}" destId="{812254B3-7D31-4D9E-B455-1B0DEB48EF4B}" srcOrd="0" destOrd="0" presId="urn:microsoft.com/office/officeart/2018/2/layout/IconVerticalSolidList"/>
    <dgm:cxn modelId="{FAE2343B-8143-478B-B2A2-D6894C955566}" type="presParOf" srcId="{E93C86F1-37D0-4786-B483-1DA429744DBC}" destId="{DBBEADC9-4EC3-4DB3-8005-34FD7E56383D}" srcOrd="1" destOrd="0" presId="urn:microsoft.com/office/officeart/2018/2/layout/IconVerticalSolidList"/>
    <dgm:cxn modelId="{D6E7C675-000C-485C-8522-B989EE2A89E3}" type="presParOf" srcId="{E93C86F1-37D0-4786-B483-1DA429744DBC}" destId="{EED83F29-3048-420F-B3CE-FBCA214D9C70}" srcOrd="2" destOrd="0" presId="urn:microsoft.com/office/officeart/2018/2/layout/IconVerticalSolidList"/>
    <dgm:cxn modelId="{5C6331BF-CFD4-40FF-8560-B2A56A08ECC8}" type="presParOf" srcId="{E93C86F1-37D0-4786-B483-1DA429744DBC}" destId="{B3C5D237-A6BE-4F20-A02E-FFB882236D87}" srcOrd="3" destOrd="0" presId="urn:microsoft.com/office/officeart/2018/2/layout/IconVerticalSolidList"/>
    <dgm:cxn modelId="{D6F82CCC-7C84-4A8B-A864-EDF3491DE141}" type="presParOf" srcId="{2B2C1B6B-0323-439B-B6E9-F430445964CB}" destId="{16F6E5B0-0820-4193-A578-A9640064604D}" srcOrd="3" destOrd="0" presId="urn:microsoft.com/office/officeart/2018/2/layout/IconVerticalSolidList"/>
    <dgm:cxn modelId="{ACD87C26-6BDC-43D4-890B-24B26DD8B51E}" type="presParOf" srcId="{2B2C1B6B-0323-439B-B6E9-F430445964CB}" destId="{1B212770-5F59-474E-8F2F-A23FECA7B57C}" srcOrd="4" destOrd="0" presId="urn:microsoft.com/office/officeart/2018/2/layout/IconVerticalSolidList"/>
    <dgm:cxn modelId="{D09C4D67-AD4C-4884-9B73-056BF0AAFBDC}" type="presParOf" srcId="{1B212770-5F59-474E-8F2F-A23FECA7B57C}" destId="{E1AC144A-DCEE-4982-8978-9FBE71B64C2C}" srcOrd="0" destOrd="0" presId="urn:microsoft.com/office/officeart/2018/2/layout/IconVerticalSolidList"/>
    <dgm:cxn modelId="{D13EF4BA-F75E-4D62-9D27-EE23B0572FBA}" type="presParOf" srcId="{1B212770-5F59-474E-8F2F-A23FECA7B57C}" destId="{309968D7-8D19-4CEB-9869-468B4511EC38}" srcOrd="1" destOrd="0" presId="urn:microsoft.com/office/officeart/2018/2/layout/IconVerticalSolidList"/>
    <dgm:cxn modelId="{406CC63D-C9F3-4B77-8CB5-17DF88B3DC11}" type="presParOf" srcId="{1B212770-5F59-474E-8F2F-A23FECA7B57C}" destId="{7C9FDCB4-786B-4FC9-9212-28607006E4B8}" srcOrd="2" destOrd="0" presId="urn:microsoft.com/office/officeart/2018/2/layout/IconVerticalSolidList"/>
    <dgm:cxn modelId="{451152E3-D68D-4AE2-8ADA-835A9B5C36EB}" type="presParOf" srcId="{1B212770-5F59-474E-8F2F-A23FECA7B57C}" destId="{59323AEC-F1F3-4529-B82C-1E49136F9644}" srcOrd="3" destOrd="0" presId="urn:microsoft.com/office/officeart/2018/2/layout/IconVerticalSolidList"/>
    <dgm:cxn modelId="{513A3241-CFCD-43A8-AF6E-711141B835CE}" type="presParOf" srcId="{2B2C1B6B-0323-439B-B6E9-F430445964CB}" destId="{9E882E7E-7A9D-49B9-8C58-B54B6A7B1B6C}" srcOrd="5" destOrd="0" presId="urn:microsoft.com/office/officeart/2018/2/layout/IconVerticalSolidList"/>
    <dgm:cxn modelId="{0B02AFBE-743A-4B75-9274-05CAF0AB73C1}" type="presParOf" srcId="{2B2C1B6B-0323-439B-B6E9-F430445964CB}" destId="{BE51A623-F34F-47EC-BCA8-72E942089D41}" srcOrd="6" destOrd="0" presId="urn:microsoft.com/office/officeart/2018/2/layout/IconVerticalSolidList"/>
    <dgm:cxn modelId="{65BF2BB5-EAA2-4764-8F7E-3C4F18634173}" type="presParOf" srcId="{BE51A623-F34F-47EC-BCA8-72E942089D41}" destId="{511CFD2F-B478-4F66-895F-F1216651502F}" srcOrd="0" destOrd="0" presId="urn:microsoft.com/office/officeart/2018/2/layout/IconVerticalSolidList"/>
    <dgm:cxn modelId="{CF25536B-F066-4CA8-AF94-7E2240F5735D}" type="presParOf" srcId="{BE51A623-F34F-47EC-BCA8-72E942089D41}" destId="{C353B3EC-88DE-4505-A754-6542BD0C4F53}" srcOrd="1" destOrd="0" presId="urn:microsoft.com/office/officeart/2018/2/layout/IconVerticalSolidList"/>
    <dgm:cxn modelId="{17AAC81C-F3AC-4F08-90A9-EAB36C1DC4B1}" type="presParOf" srcId="{BE51A623-F34F-47EC-BCA8-72E942089D41}" destId="{40F6BBF7-28AE-4E9D-AFF4-849522F48D9B}" srcOrd="2" destOrd="0" presId="urn:microsoft.com/office/officeart/2018/2/layout/IconVerticalSolidList"/>
    <dgm:cxn modelId="{34B63E6F-E0DA-4332-A629-34707955D960}" type="presParOf" srcId="{BE51A623-F34F-47EC-BCA8-72E942089D41}" destId="{19BF776B-4D94-47D1-A8EA-4C72E2447E69}" srcOrd="3" destOrd="0" presId="urn:microsoft.com/office/officeart/2018/2/layout/IconVerticalSolidList"/>
    <dgm:cxn modelId="{9E996CBC-3642-466B-96AB-3A9208384A03}" type="presParOf" srcId="{2B2C1B6B-0323-439B-B6E9-F430445964CB}" destId="{6A8A53BB-CCBA-4F60-9336-5F17BD83AC36}" srcOrd="7" destOrd="0" presId="urn:microsoft.com/office/officeart/2018/2/layout/IconVerticalSolidList"/>
    <dgm:cxn modelId="{1CF153E4-3480-443B-99EE-6D2E32C05981}" type="presParOf" srcId="{2B2C1B6B-0323-439B-B6E9-F430445964CB}" destId="{23E03B7F-D583-4825-8A20-B44E08416564}" srcOrd="8" destOrd="0" presId="urn:microsoft.com/office/officeart/2018/2/layout/IconVerticalSolidList"/>
    <dgm:cxn modelId="{7DA2C277-3983-489B-B787-82876932EF2F}" type="presParOf" srcId="{23E03B7F-D583-4825-8A20-B44E08416564}" destId="{AB3B0F4A-40D4-45D8-BE4B-CC99DD908725}" srcOrd="0" destOrd="0" presId="urn:microsoft.com/office/officeart/2018/2/layout/IconVerticalSolidList"/>
    <dgm:cxn modelId="{4EEEC6D5-57EC-4BA7-AE4E-84FA13A23649}" type="presParOf" srcId="{23E03B7F-D583-4825-8A20-B44E08416564}" destId="{738FBF5A-DC5C-4778-BD25-83F3629423F8}" srcOrd="1" destOrd="0" presId="urn:microsoft.com/office/officeart/2018/2/layout/IconVerticalSolidList"/>
    <dgm:cxn modelId="{F30B1194-F4CB-4B32-B41F-8EE92321120D}" type="presParOf" srcId="{23E03B7F-D583-4825-8A20-B44E08416564}" destId="{139BA5AF-6179-498D-AD36-12A7837B29D9}" srcOrd="2" destOrd="0" presId="urn:microsoft.com/office/officeart/2018/2/layout/IconVerticalSolidList"/>
    <dgm:cxn modelId="{82D7F7A8-FE67-4578-B5B6-6F25D48946F6}" type="presParOf" srcId="{23E03B7F-D583-4825-8A20-B44E08416564}" destId="{46BB7B6D-5B38-4767-BE35-AFB35682DE54}" srcOrd="3" destOrd="0" presId="urn:microsoft.com/office/officeart/2018/2/layout/IconVerticalSolidList"/>
    <dgm:cxn modelId="{C4FAE7D8-3A49-43D0-B60F-DA8D56E952F5}" type="presParOf" srcId="{2B2C1B6B-0323-439B-B6E9-F430445964CB}" destId="{CFD07E4F-3296-4E55-BA88-6B5A3F978814}" srcOrd="9" destOrd="0" presId="urn:microsoft.com/office/officeart/2018/2/layout/IconVerticalSolidList"/>
    <dgm:cxn modelId="{26FC6B9A-A6C7-453B-9350-78C60A327F66}" type="presParOf" srcId="{2B2C1B6B-0323-439B-B6E9-F430445964CB}" destId="{6D2FB591-B6A6-4509-80A1-7D82FF9FC0A3}" srcOrd="10" destOrd="0" presId="urn:microsoft.com/office/officeart/2018/2/layout/IconVerticalSolidList"/>
    <dgm:cxn modelId="{3EA86F8C-FC3C-4B5E-B98E-A5100B97433D}" type="presParOf" srcId="{6D2FB591-B6A6-4509-80A1-7D82FF9FC0A3}" destId="{7BFEE4F8-62EF-400A-A72C-B6729D592F55}" srcOrd="0" destOrd="0" presId="urn:microsoft.com/office/officeart/2018/2/layout/IconVerticalSolidList"/>
    <dgm:cxn modelId="{867544B3-CC89-4370-93D6-E3AAE3322B5C}" type="presParOf" srcId="{6D2FB591-B6A6-4509-80A1-7D82FF9FC0A3}" destId="{2A52C70D-B364-4621-B707-66F5833E80F3}" srcOrd="1" destOrd="0" presId="urn:microsoft.com/office/officeart/2018/2/layout/IconVerticalSolidList"/>
    <dgm:cxn modelId="{FB08F4A1-5FEC-4394-9A49-5845A9F81EF3}" type="presParOf" srcId="{6D2FB591-B6A6-4509-80A1-7D82FF9FC0A3}" destId="{EC0492C9-C187-49E4-9A2E-BBF241E7ACC0}" srcOrd="2" destOrd="0" presId="urn:microsoft.com/office/officeart/2018/2/layout/IconVerticalSolidList"/>
    <dgm:cxn modelId="{A1E42B4B-6519-40A6-8883-1E09632C0680}" type="presParOf" srcId="{6D2FB591-B6A6-4509-80A1-7D82FF9FC0A3}" destId="{48EFED12-8EB6-4008-988B-8EEEE2A348B3}"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A59D14B-8B7F-4E99-ADBA-795F2B0209F3}">
      <dsp:nvSpPr>
        <dsp:cNvPr id="0" name=""/>
        <dsp:cNvSpPr/>
      </dsp:nvSpPr>
      <dsp:spPr>
        <a:xfrm>
          <a:off x="0" y="1407"/>
          <a:ext cx="10515600" cy="59979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8B130CA-0AFA-4234-8BE1-66B0B0D1AE54}">
      <dsp:nvSpPr>
        <dsp:cNvPr id="0" name=""/>
        <dsp:cNvSpPr/>
      </dsp:nvSpPr>
      <dsp:spPr>
        <a:xfrm>
          <a:off x="181438" y="136361"/>
          <a:ext cx="329887" cy="32988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A515B2-3268-48C3-87A0-95A36BCD3448}">
      <dsp:nvSpPr>
        <dsp:cNvPr id="0" name=""/>
        <dsp:cNvSpPr/>
      </dsp:nvSpPr>
      <dsp:spPr>
        <a:xfrm>
          <a:off x="692764" y="1407"/>
          <a:ext cx="9822835" cy="599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478" tIns="63478" rIns="63478" bIns="63478" numCol="1" spcCol="1270" anchor="ctr" anchorCtr="0">
          <a:noAutofit/>
        </a:bodyPr>
        <a:lstStyle/>
        <a:p>
          <a:pPr marL="0" lvl="0" indent="0" algn="l" defTabSz="844550">
            <a:lnSpc>
              <a:spcPct val="100000"/>
            </a:lnSpc>
            <a:spcBef>
              <a:spcPct val="0"/>
            </a:spcBef>
            <a:spcAft>
              <a:spcPct val="35000"/>
            </a:spcAft>
            <a:buNone/>
          </a:pPr>
          <a:r>
            <a:rPr lang="de-DE" sz="1900" kern="1200"/>
            <a:t>Rückblick</a:t>
          </a:r>
          <a:endParaRPr lang="en-US" sz="1900" kern="1200"/>
        </a:p>
      </dsp:txBody>
      <dsp:txXfrm>
        <a:off x="692764" y="1407"/>
        <a:ext cx="9822835" cy="599796"/>
      </dsp:txXfrm>
    </dsp:sp>
    <dsp:sp modelId="{812254B3-7D31-4D9E-B455-1B0DEB48EF4B}">
      <dsp:nvSpPr>
        <dsp:cNvPr id="0" name=""/>
        <dsp:cNvSpPr/>
      </dsp:nvSpPr>
      <dsp:spPr>
        <a:xfrm>
          <a:off x="0" y="751152"/>
          <a:ext cx="10515600" cy="59979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BBEADC9-4EC3-4DB3-8005-34FD7E56383D}">
      <dsp:nvSpPr>
        <dsp:cNvPr id="0" name=""/>
        <dsp:cNvSpPr/>
      </dsp:nvSpPr>
      <dsp:spPr>
        <a:xfrm>
          <a:off x="181438" y="886107"/>
          <a:ext cx="329887" cy="32988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3C5D237-A6BE-4F20-A02E-FFB882236D87}">
      <dsp:nvSpPr>
        <dsp:cNvPr id="0" name=""/>
        <dsp:cNvSpPr/>
      </dsp:nvSpPr>
      <dsp:spPr>
        <a:xfrm>
          <a:off x="692764" y="751152"/>
          <a:ext cx="9822835" cy="599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478" tIns="63478" rIns="63478" bIns="63478" numCol="1" spcCol="1270" anchor="ctr" anchorCtr="0">
          <a:noAutofit/>
        </a:bodyPr>
        <a:lstStyle/>
        <a:p>
          <a:pPr marL="0" lvl="0" indent="0" algn="l" defTabSz="844550">
            <a:lnSpc>
              <a:spcPct val="100000"/>
            </a:lnSpc>
            <a:spcBef>
              <a:spcPct val="0"/>
            </a:spcBef>
            <a:spcAft>
              <a:spcPct val="35000"/>
            </a:spcAft>
            <a:buNone/>
          </a:pPr>
          <a:r>
            <a:rPr lang="de-DE" sz="1900" kern="1200"/>
            <a:t>Ziele</a:t>
          </a:r>
          <a:endParaRPr lang="en-US" sz="1900" kern="1200"/>
        </a:p>
      </dsp:txBody>
      <dsp:txXfrm>
        <a:off x="692764" y="751152"/>
        <a:ext cx="9822835" cy="599796"/>
      </dsp:txXfrm>
    </dsp:sp>
    <dsp:sp modelId="{E1AC144A-DCEE-4982-8978-9FBE71B64C2C}">
      <dsp:nvSpPr>
        <dsp:cNvPr id="0" name=""/>
        <dsp:cNvSpPr/>
      </dsp:nvSpPr>
      <dsp:spPr>
        <a:xfrm>
          <a:off x="0" y="1500898"/>
          <a:ext cx="10515600" cy="59979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09968D7-8D19-4CEB-9869-468B4511EC38}">
      <dsp:nvSpPr>
        <dsp:cNvPr id="0" name=""/>
        <dsp:cNvSpPr/>
      </dsp:nvSpPr>
      <dsp:spPr>
        <a:xfrm>
          <a:off x="181438" y="1635852"/>
          <a:ext cx="329887" cy="32988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9323AEC-F1F3-4529-B82C-1E49136F9644}">
      <dsp:nvSpPr>
        <dsp:cNvPr id="0" name=""/>
        <dsp:cNvSpPr/>
      </dsp:nvSpPr>
      <dsp:spPr>
        <a:xfrm>
          <a:off x="692764" y="1500898"/>
          <a:ext cx="9822835" cy="599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478" tIns="63478" rIns="63478" bIns="63478" numCol="1" spcCol="1270" anchor="ctr" anchorCtr="0">
          <a:noAutofit/>
        </a:bodyPr>
        <a:lstStyle/>
        <a:p>
          <a:pPr marL="0" lvl="0" indent="0" algn="l" defTabSz="844550">
            <a:lnSpc>
              <a:spcPct val="100000"/>
            </a:lnSpc>
            <a:spcBef>
              <a:spcPct val="0"/>
            </a:spcBef>
            <a:spcAft>
              <a:spcPct val="35000"/>
            </a:spcAft>
            <a:buNone/>
          </a:pPr>
          <a:r>
            <a:rPr lang="de-DE" sz="1900" kern="1200"/>
            <a:t>Sprint 2</a:t>
          </a:r>
          <a:endParaRPr lang="en-US" sz="1900" kern="1200"/>
        </a:p>
      </dsp:txBody>
      <dsp:txXfrm>
        <a:off x="692764" y="1500898"/>
        <a:ext cx="9822835" cy="599796"/>
      </dsp:txXfrm>
    </dsp:sp>
    <dsp:sp modelId="{511CFD2F-B478-4F66-895F-F1216651502F}">
      <dsp:nvSpPr>
        <dsp:cNvPr id="0" name=""/>
        <dsp:cNvSpPr/>
      </dsp:nvSpPr>
      <dsp:spPr>
        <a:xfrm>
          <a:off x="0" y="2250643"/>
          <a:ext cx="10515600" cy="59979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353B3EC-88DE-4505-A754-6542BD0C4F53}">
      <dsp:nvSpPr>
        <dsp:cNvPr id="0" name=""/>
        <dsp:cNvSpPr/>
      </dsp:nvSpPr>
      <dsp:spPr>
        <a:xfrm>
          <a:off x="181438" y="2385597"/>
          <a:ext cx="329887" cy="329887"/>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9BF776B-4D94-47D1-A8EA-4C72E2447E69}">
      <dsp:nvSpPr>
        <dsp:cNvPr id="0" name=""/>
        <dsp:cNvSpPr/>
      </dsp:nvSpPr>
      <dsp:spPr>
        <a:xfrm>
          <a:off x="692764" y="2250643"/>
          <a:ext cx="9822835" cy="599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478" tIns="63478" rIns="63478" bIns="63478" numCol="1" spcCol="1270" anchor="ctr" anchorCtr="0">
          <a:noAutofit/>
        </a:bodyPr>
        <a:lstStyle/>
        <a:p>
          <a:pPr marL="0" lvl="0" indent="0" algn="l" defTabSz="844550">
            <a:lnSpc>
              <a:spcPct val="100000"/>
            </a:lnSpc>
            <a:spcBef>
              <a:spcPct val="0"/>
            </a:spcBef>
            <a:spcAft>
              <a:spcPct val="35000"/>
            </a:spcAft>
            <a:buNone/>
          </a:pPr>
          <a:r>
            <a:rPr lang="de-DE" sz="1900" kern="1200"/>
            <a:t>Live Demo</a:t>
          </a:r>
          <a:endParaRPr lang="en-US" sz="1900" kern="1200"/>
        </a:p>
      </dsp:txBody>
      <dsp:txXfrm>
        <a:off x="692764" y="2250643"/>
        <a:ext cx="9822835" cy="599796"/>
      </dsp:txXfrm>
    </dsp:sp>
    <dsp:sp modelId="{AB3B0F4A-40D4-45D8-BE4B-CC99DD908725}">
      <dsp:nvSpPr>
        <dsp:cNvPr id="0" name=""/>
        <dsp:cNvSpPr/>
      </dsp:nvSpPr>
      <dsp:spPr>
        <a:xfrm>
          <a:off x="0" y="3000388"/>
          <a:ext cx="10515600" cy="59979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38FBF5A-DC5C-4778-BD25-83F3629423F8}">
      <dsp:nvSpPr>
        <dsp:cNvPr id="0" name=""/>
        <dsp:cNvSpPr/>
      </dsp:nvSpPr>
      <dsp:spPr>
        <a:xfrm>
          <a:off x="181438" y="3135342"/>
          <a:ext cx="329887" cy="329887"/>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6BB7B6D-5B38-4767-BE35-AFB35682DE54}">
      <dsp:nvSpPr>
        <dsp:cNvPr id="0" name=""/>
        <dsp:cNvSpPr/>
      </dsp:nvSpPr>
      <dsp:spPr>
        <a:xfrm>
          <a:off x="692764" y="3000388"/>
          <a:ext cx="9822835" cy="599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478" tIns="63478" rIns="63478" bIns="63478" numCol="1" spcCol="1270" anchor="ctr" anchorCtr="0">
          <a:noAutofit/>
        </a:bodyPr>
        <a:lstStyle/>
        <a:p>
          <a:pPr marL="0" lvl="0" indent="0" algn="l" defTabSz="844550">
            <a:lnSpc>
              <a:spcPct val="100000"/>
            </a:lnSpc>
            <a:spcBef>
              <a:spcPct val="0"/>
            </a:spcBef>
            <a:spcAft>
              <a:spcPct val="35000"/>
            </a:spcAft>
            <a:buNone/>
          </a:pPr>
          <a:r>
            <a:rPr lang="de-DE" sz="1900" kern="1200"/>
            <a:t>Herausforderungen</a:t>
          </a:r>
          <a:endParaRPr lang="en-US" sz="1900" kern="1200"/>
        </a:p>
      </dsp:txBody>
      <dsp:txXfrm>
        <a:off x="692764" y="3000388"/>
        <a:ext cx="9822835" cy="599796"/>
      </dsp:txXfrm>
    </dsp:sp>
    <dsp:sp modelId="{7BFEE4F8-62EF-400A-A72C-B6729D592F55}">
      <dsp:nvSpPr>
        <dsp:cNvPr id="0" name=""/>
        <dsp:cNvSpPr/>
      </dsp:nvSpPr>
      <dsp:spPr>
        <a:xfrm>
          <a:off x="0" y="3750134"/>
          <a:ext cx="10515600" cy="59979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52C70D-B364-4621-B707-66F5833E80F3}">
      <dsp:nvSpPr>
        <dsp:cNvPr id="0" name=""/>
        <dsp:cNvSpPr/>
      </dsp:nvSpPr>
      <dsp:spPr>
        <a:xfrm>
          <a:off x="181438" y="3885088"/>
          <a:ext cx="329887" cy="329887"/>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8EFED12-8EB6-4008-988B-8EEEE2A348B3}">
      <dsp:nvSpPr>
        <dsp:cNvPr id="0" name=""/>
        <dsp:cNvSpPr/>
      </dsp:nvSpPr>
      <dsp:spPr>
        <a:xfrm>
          <a:off x="692764" y="3750134"/>
          <a:ext cx="9822835" cy="599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478" tIns="63478" rIns="63478" bIns="63478" numCol="1" spcCol="1270" anchor="ctr" anchorCtr="0">
          <a:noAutofit/>
        </a:bodyPr>
        <a:lstStyle/>
        <a:p>
          <a:pPr marL="0" lvl="0" indent="0" algn="l" defTabSz="844550">
            <a:lnSpc>
              <a:spcPct val="100000"/>
            </a:lnSpc>
            <a:spcBef>
              <a:spcPct val="0"/>
            </a:spcBef>
            <a:spcAft>
              <a:spcPct val="35000"/>
            </a:spcAft>
            <a:buNone/>
          </a:pPr>
          <a:r>
            <a:rPr lang="de-DE" sz="1900" kern="1200"/>
            <a:t>Ausblick</a:t>
          </a:r>
          <a:endParaRPr lang="en-US" sz="1900" kern="1200"/>
        </a:p>
      </dsp:txBody>
      <dsp:txXfrm>
        <a:off x="692764" y="3750134"/>
        <a:ext cx="9822835" cy="59979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AT"/>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ECF3FED-92CB-48E5-AA92-E97C8E083188}" type="datetimeFigureOut">
              <a:rPr lang="de-AT" smtClean="0"/>
              <a:t>02.12.2025</a:t>
            </a:fld>
            <a:endParaRPr lang="de-AT"/>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AT"/>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2B24D6-530A-4158-AD98-8680676C0B98}" type="slidenum">
              <a:rPr lang="de-AT" smtClean="0"/>
              <a:t>‹Nr.›</a:t>
            </a:fld>
            <a:endParaRPr lang="de-AT"/>
          </a:p>
        </p:txBody>
      </p:sp>
    </p:spTree>
    <p:extLst>
      <p:ext uri="{BB962C8B-B14F-4D97-AF65-F5344CB8AC3E}">
        <p14:creationId xmlns:p14="http://schemas.microsoft.com/office/powerpoint/2010/main" val="15831625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AT" dirty="0"/>
          </a:p>
        </p:txBody>
      </p:sp>
      <p:sp>
        <p:nvSpPr>
          <p:cNvPr id="4" name="Foliennummernplatzhalter 3"/>
          <p:cNvSpPr>
            <a:spLocks noGrp="1"/>
          </p:cNvSpPr>
          <p:nvPr>
            <p:ph type="sldNum" sz="quarter" idx="5"/>
          </p:nvPr>
        </p:nvSpPr>
        <p:spPr/>
        <p:txBody>
          <a:bodyPr/>
          <a:lstStyle/>
          <a:p>
            <a:fld id="{F72B24D6-530A-4158-AD98-8680676C0B98}" type="slidenum">
              <a:rPr lang="de-AT" smtClean="0"/>
              <a:t>3</a:t>
            </a:fld>
            <a:endParaRPr lang="de-AT"/>
          </a:p>
        </p:txBody>
      </p:sp>
    </p:spTree>
    <p:extLst>
      <p:ext uri="{BB962C8B-B14F-4D97-AF65-F5344CB8AC3E}">
        <p14:creationId xmlns:p14="http://schemas.microsoft.com/office/powerpoint/2010/main" val="21098175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AT" dirty="0"/>
          </a:p>
        </p:txBody>
      </p:sp>
      <p:sp>
        <p:nvSpPr>
          <p:cNvPr id="4" name="Foliennummernplatzhalter 3"/>
          <p:cNvSpPr>
            <a:spLocks noGrp="1"/>
          </p:cNvSpPr>
          <p:nvPr>
            <p:ph type="sldNum" sz="quarter" idx="5"/>
          </p:nvPr>
        </p:nvSpPr>
        <p:spPr/>
        <p:txBody>
          <a:bodyPr/>
          <a:lstStyle/>
          <a:p>
            <a:fld id="{F72B24D6-530A-4158-AD98-8680676C0B98}" type="slidenum">
              <a:rPr lang="de-AT" smtClean="0"/>
              <a:t>4</a:t>
            </a:fld>
            <a:endParaRPr lang="de-AT"/>
          </a:p>
        </p:txBody>
      </p:sp>
    </p:spTree>
    <p:extLst>
      <p:ext uri="{BB962C8B-B14F-4D97-AF65-F5344CB8AC3E}">
        <p14:creationId xmlns:p14="http://schemas.microsoft.com/office/powerpoint/2010/main" val="11712121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AT" dirty="0"/>
          </a:p>
        </p:txBody>
      </p:sp>
      <p:sp>
        <p:nvSpPr>
          <p:cNvPr id="4" name="Foliennummernplatzhalter 3"/>
          <p:cNvSpPr>
            <a:spLocks noGrp="1"/>
          </p:cNvSpPr>
          <p:nvPr>
            <p:ph type="sldNum" sz="quarter" idx="5"/>
          </p:nvPr>
        </p:nvSpPr>
        <p:spPr/>
        <p:txBody>
          <a:bodyPr/>
          <a:lstStyle/>
          <a:p>
            <a:fld id="{F72B24D6-530A-4158-AD98-8680676C0B98}" type="slidenum">
              <a:rPr lang="de-AT" smtClean="0"/>
              <a:t>5</a:t>
            </a:fld>
            <a:endParaRPr lang="de-AT"/>
          </a:p>
        </p:txBody>
      </p:sp>
    </p:spTree>
    <p:extLst>
      <p:ext uri="{BB962C8B-B14F-4D97-AF65-F5344CB8AC3E}">
        <p14:creationId xmlns:p14="http://schemas.microsoft.com/office/powerpoint/2010/main" val="13265257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sz="1200" dirty="0"/>
              <a:t>Wir waren ein neues Team, daher war es am Anfang ungewohnt, die Rollen aufzuteilen und eine gemeinsame Arbeitsweise zu finden.</a:t>
            </a:r>
          </a:p>
          <a:p>
            <a:endParaRPr lang="de-DE" sz="1200" dirty="0"/>
          </a:p>
          <a:p>
            <a:r>
              <a:rPr lang="de-DE" sz="1200" dirty="0"/>
              <a:t>Auch wenn wir Jira schon kannten, war es trotzdem eine Herausforderung, alles sauber und übersichtlich zu dokumentieren, damit wir beide denselben Überblick haben.</a:t>
            </a:r>
          </a:p>
          <a:p>
            <a:endParaRPr lang="de-DE" sz="1200" dirty="0"/>
          </a:p>
          <a:p>
            <a:r>
              <a:rPr lang="de-DE" sz="1200" dirty="0"/>
              <a:t>Die Erstellung der User Stories und die Strukturierung der Aufgaben brauchten etwas Zeit, bis wir einen klaren Überblick hatten.</a:t>
            </a:r>
          </a:p>
          <a:p>
            <a:endParaRPr lang="de-DE" sz="1200" dirty="0"/>
          </a:p>
          <a:p>
            <a:r>
              <a:rPr lang="de-DE" sz="1200" dirty="0"/>
              <a:t>Auch wenn wir von Anfang an mit .NET Framework und Razor Pages gearbeitet haben, mussten wir uns trotzdem in einige Bereiche wie SQLite, Entity Framework und den genauen Aufbau der Web App einarbeiten. Das hat zu Beginn etwas gedauert, läuft jetzt aber deutlich besser.</a:t>
            </a:r>
          </a:p>
          <a:p>
            <a:endParaRPr lang="de-AT" dirty="0"/>
          </a:p>
        </p:txBody>
      </p:sp>
      <p:sp>
        <p:nvSpPr>
          <p:cNvPr id="4" name="Foliennummernplatzhalter 3"/>
          <p:cNvSpPr>
            <a:spLocks noGrp="1"/>
          </p:cNvSpPr>
          <p:nvPr>
            <p:ph type="sldNum" sz="quarter" idx="5"/>
          </p:nvPr>
        </p:nvSpPr>
        <p:spPr/>
        <p:txBody>
          <a:bodyPr/>
          <a:lstStyle/>
          <a:p>
            <a:fld id="{F72B24D6-530A-4158-AD98-8680676C0B98}" type="slidenum">
              <a:rPr lang="de-AT" smtClean="0"/>
              <a:t>7</a:t>
            </a:fld>
            <a:endParaRPr lang="de-AT"/>
          </a:p>
        </p:txBody>
      </p:sp>
    </p:spTree>
    <p:extLst>
      <p:ext uri="{BB962C8B-B14F-4D97-AF65-F5344CB8AC3E}">
        <p14:creationId xmlns:p14="http://schemas.microsoft.com/office/powerpoint/2010/main" val="14981529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B25C05A-90BB-D7F6-C723-EEC41756B531}"/>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de-AT"/>
          </a:p>
        </p:txBody>
      </p:sp>
      <p:sp>
        <p:nvSpPr>
          <p:cNvPr id="3" name="Untertitel 2">
            <a:extLst>
              <a:ext uri="{FF2B5EF4-FFF2-40B4-BE49-F238E27FC236}">
                <a16:creationId xmlns:a16="http://schemas.microsoft.com/office/drawing/2014/main" id="{ED9EA37D-8F54-D659-7B7C-DCAAFED155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AT"/>
          </a:p>
        </p:txBody>
      </p:sp>
      <p:sp>
        <p:nvSpPr>
          <p:cNvPr id="4" name="Datumsplatzhalter 3">
            <a:extLst>
              <a:ext uri="{FF2B5EF4-FFF2-40B4-BE49-F238E27FC236}">
                <a16:creationId xmlns:a16="http://schemas.microsoft.com/office/drawing/2014/main" id="{316D7684-A8EE-68F9-C920-87B0758702B9}"/>
              </a:ext>
            </a:extLst>
          </p:cNvPr>
          <p:cNvSpPr>
            <a:spLocks noGrp="1"/>
          </p:cNvSpPr>
          <p:nvPr>
            <p:ph type="dt" sz="half" idx="10"/>
          </p:nvPr>
        </p:nvSpPr>
        <p:spPr/>
        <p:txBody>
          <a:bodyPr/>
          <a:lstStyle/>
          <a:p>
            <a:fld id="{A283F6F3-EBD4-4A96-B1FC-B82E01871E33}" type="datetimeFigureOut">
              <a:rPr lang="de-AT" smtClean="0"/>
              <a:t>02.12.2025</a:t>
            </a:fld>
            <a:endParaRPr lang="de-AT"/>
          </a:p>
        </p:txBody>
      </p:sp>
      <p:sp>
        <p:nvSpPr>
          <p:cNvPr id="5" name="Fußzeilenplatzhalter 4">
            <a:extLst>
              <a:ext uri="{FF2B5EF4-FFF2-40B4-BE49-F238E27FC236}">
                <a16:creationId xmlns:a16="http://schemas.microsoft.com/office/drawing/2014/main" id="{0904B0E0-9A19-7D76-18EF-E44FAFCE8145}"/>
              </a:ext>
            </a:extLst>
          </p:cNvPr>
          <p:cNvSpPr>
            <a:spLocks noGrp="1"/>
          </p:cNvSpPr>
          <p:nvPr>
            <p:ph type="ftr" sz="quarter" idx="11"/>
          </p:nvPr>
        </p:nvSpPr>
        <p:spPr/>
        <p:txBody>
          <a:bodyPr/>
          <a:lstStyle/>
          <a:p>
            <a:endParaRPr lang="de-AT"/>
          </a:p>
        </p:txBody>
      </p:sp>
      <p:sp>
        <p:nvSpPr>
          <p:cNvPr id="6" name="Foliennummernplatzhalter 5">
            <a:extLst>
              <a:ext uri="{FF2B5EF4-FFF2-40B4-BE49-F238E27FC236}">
                <a16:creationId xmlns:a16="http://schemas.microsoft.com/office/drawing/2014/main" id="{082C7D63-D1C3-7755-E71A-EE2CBDFEB190}"/>
              </a:ext>
            </a:extLst>
          </p:cNvPr>
          <p:cNvSpPr>
            <a:spLocks noGrp="1"/>
          </p:cNvSpPr>
          <p:nvPr>
            <p:ph type="sldNum" sz="quarter" idx="12"/>
          </p:nvPr>
        </p:nvSpPr>
        <p:spPr/>
        <p:txBody>
          <a:bodyPr/>
          <a:lstStyle/>
          <a:p>
            <a:fld id="{ED565896-A532-43EB-8132-0E9890BD87D8}" type="slidenum">
              <a:rPr lang="de-AT" smtClean="0"/>
              <a:t>‹Nr.›</a:t>
            </a:fld>
            <a:endParaRPr lang="de-AT"/>
          </a:p>
        </p:txBody>
      </p:sp>
    </p:spTree>
    <p:extLst>
      <p:ext uri="{BB962C8B-B14F-4D97-AF65-F5344CB8AC3E}">
        <p14:creationId xmlns:p14="http://schemas.microsoft.com/office/powerpoint/2010/main" val="13384488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571907A-880F-0217-F2DD-B4DD9DB7B014}"/>
              </a:ext>
            </a:extLst>
          </p:cNvPr>
          <p:cNvSpPr>
            <a:spLocks noGrp="1"/>
          </p:cNvSpPr>
          <p:nvPr>
            <p:ph type="title"/>
          </p:nvPr>
        </p:nvSpPr>
        <p:spPr/>
        <p:txBody>
          <a:bodyPr/>
          <a:lstStyle/>
          <a:p>
            <a:r>
              <a:rPr lang="de-DE"/>
              <a:t>Mastertitelformat bearbeiten</a:t>
            </a:r>
            <a:endParaRPr lang="de-AT"/>
          </a:p>
        </p:txBody>
      </p:sp>
      <p:sp>
        <p:nvSpPr>
          <p:cNvPr id="3" name="Inhaltsplatzhalter 2">
            <a:extLst>
              <a:ext uri="{FF2B5EF4-FFF2-40B4-BE49-F238E27FC236}">
                <a16:creationId xmlns:a16="http://schemas.microsoft.com/office/drawing/2014/main" id="{48219AE9-22B1-CCEB-5668-0C1D634A2DB3}"/>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Datumsplatzhalter 3">
            <a:extLst>
              <a:ext uri="{FF2B5EF4-FFF2-40B4-BE49-F238E27FC236}">
                <a16:creationId xmlns:a16="http://schemas.microsoft.com/office/drawing/2014/main" id="{0FCCBB50-7483-EF63-4FE0-235AC6FCA957}"/>
              </a:ext>
            </a:extLst>
          </p:cNvPr>
          <p:cNvSpPr>
            <a:spLocks noGrp="1"/>
          </p:cNvSpPr>
          <p:nvPr>
            <p:ph type="dt" sz="half" idx="10"/>
          </p:nvPr>
        </p:nvSpPr>
        <p:spPr/>
        <p:txBody>
          <a:bodyPr/>
          <a:lstStyle/>
          <a:p>
            <a:fld id="{A283F6F3-EBD4-4A96-B1FC-B82E01871E33}" type="datetimeFigureOut">
              <a:rPr lang="de-AT" smtClean="0"/>
              <a:t>02.12.2025</a:t>
            </a:fld>
            <a:endParaRPr lang="de-AT"/>
          </a:p>
        </p:txBody>
      </p:sp>
      <p:sp>
        <p:nvSpPr>
          <p:cNvPr id="5" name="Fußzeilenplatzhalter 4">
            <a:extLst>
              <a:ext uri="{FF2B5EF4-FFF2-40B4-BE49-F238E27FC236}">
                <a16:creationId xmlns:a16="http://schemas.microsoft.com/office/drawing/2014/main" id="{A18DEE6C-E4DE-97B7-E873-5C41D1BCF446}"/>
              </a:ext>
            </a:extLst>
          </p:cNvPr>
          <p:cNvSpPr>
            <a:spLocks noGrp="1"/>
          </p:cNvSpPr>
          <p:nvPr>
            <p:ph type="ftr" sz="quarter" idx="11"/>
          </p:nvPr>
        </p:nvSpPr>
        <p:spPr/>
        <p:txBody>
          <a:bodyPr/>
          <a:lstStyle/>
          <a:p>
            <a:endParaRPr lang="de-AT"/>
          </a:p>
        </p:txBody>
      </p:sp>
      <p:sp>
        <p:nvSpPr>
          <p:cNvPr id="6" name="Foliennummernplatzhalter 5">
            <a:extLst>
              <a:ext uri="{FF2B5EF4-FFF2-40B4-BE49-F238E27FC236}">
                <a16:creationId xmlns:a16="http://schemas.microsoft.com/office/drawing/2014/main" id="{D383DBB3-F503-7B5C-9CDB-AFAB00239576}"/>
              </a:ext>
            </a:extLst>
          </p:cNvPr>
          <p:cNvSpPr>
            <a:spLocks noGrp="1"/>
          </p:cNvSpPr>
          <p:nvPr>
            <p:ph type="sldNum" sz="quarter" idx="12"/>
          </p:nvPr>
        </p:nvSpPr>
        <p:spPr/>
        <p:txBody>
          <a:bodyPr/>
          <a:lstStyle/>
          <a:p>
            <a:fld id="{ED565896-A532-43EB-8132-0E9890BD87D8}" type="slidenum">
              <a:rPr lang="de-AT" smtClean="0"/>
              <a:t>‹Nr.›</a:t>
            </a:fld>
            <a:endParaRPr lang="de-AT"/>
          </a:p>
        </p:txBody>
      </p:sp>
    </p:spTree>
    <p:extLst>
      <p:ext uri="{BB962C8B-B14F-4D97-AF65-F5344CB8AC3E}">
        <p14:creationId xmlns:p14="http://schemas.microsoft.com/office/powerpoint/2010/main" val="572936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5FDC858-8ED0-1E7D-BDA8-33850AAD3E0D}"/>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de-AT"/>
          </a:p>
        </p:txBody>
      </p:sp>
      <p:sp>
        <p:nvSpPr>
          <p:cNvPr id="3" name="Textplatzhalter 2">
            <a:extLst>
              <a:ext uri="{FF2B5EF4-FFF2-40B4-BE49-F238E27FC236}">
                <a16:creationId xmlns:a16="http://schemas.microsoft.com/office/drawing/2014/main" id="{DFEFEE51-E395-C06E-E80E-0023612C695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1CC076CC-CF7E-AC0E-9FC6-ED0CCD197D78}"/>
              </a:ext>
            </a:extLst>
          </p:cNvPr>
          <p:cNvSpPr>
            <a:spLocks noGrp="1"/>
          </p:cNvSpPr>
          <p:nvPr>
            <p:ph type="dt" sz="half" idx="10"/>
          </p:nvPr>
        </p:nvSpPr>
        <p:spPr/>
        <p:txBody>
          <a:bodyPr/>
          <a:lstStyle/>
          <a:p>
            <a:fld id="{A283F6F3-EBD4-4A96-B1FC-B82E01871E33}" type="datetimeFigureOut">
              <a:rPr lang="de-AT" smtClean="0"/>
              <a:t>02.12.2025</a:t>
            </a:fld>
            <a:endParaRPr lang="de-AT"/>
          </a:p>
        </p:txBody>
      </p:sp>
      <p:sp>
        <p:nvSpPr>
          <p:cNvPr id="5" name="Fußzeilenplatzhalter 4">
            <a:extLst>
              <a:ext uri="{FF2B5EF4-FFF2-40B4-BE49-F238E27FC236}">
                <a16:creationId xmlns:a16="http://schemas.microsoft.com/office/drawing/2014/main" id="{6D08A44A-4455-BDFC-F5A6-2EAB7AB3B758}"/>
              </a:ext>
            </a:extLst>
          </p:cNvPr>
          <p:cNvSpPr>
            <a:spLocks noGrp="1"/>
          </p:cNvSpPr>
          <p:nvPr>
            <p:ph type="ftr" sz="quarter" idx="11"/>
          </p:nvPr>
        </p:nvSpPr>
        <p:spPr/>
        <p:txBody>
          <a:bodyPr/>
          <a:lstStyle/>
          <a:p>
            <a:endParaRPr lang="de-AT"/>
          </a:p>
        </p:txBody>
      </p:sp>
      <p:sp>
        <p:nvSpPr>
          <p:cNvPr id="6" name="Foliennummernplatzhalter 5">
            <a:extLst>
              <a:ext uri="{FF2B5EF4-FFF2-40B4-BE49-F238E27FC236}">
                <a16:creationId xmlns:a16="http://schemas.microsoft.com/office/drawing/2014/main" id="{BADDADD2-C8DB-5E07-522E-4637299C5AC6}"/>
              </a:ext>
            </a:extLst>
          </p:cNvPr>
          <p:cNvSpPr>
            <a:spLocks noGrp="1"/>
          </p:cNvSpPr>
          <p:nvPr>
            <p:ph type="sldNum" sz="quarter" idx="12"/>
          </p:nvPr>
        </p:nvSpPr>
        <p:spPr/>
        <p:txBody>
          <a:bodyPr/>
          <a:lstStyle/>
          <a:p>
            <a:fld id="{ED565896-A532-43EB-8132-0E9890BD87D8}" type="slidenum">
              <a:rPr lang="de-AT" smtClean="0"/>
              <a:t>‹Nr.›</a:t>
            </a:fld>
            <a:endParaRPr lang="de-AT"/>
          </a:p>
        </p:txBody>
      </p:sp>
    </p:spTree>
    <p:extLst>
      <p:ext uri="{BB962C8B-B14F-4D97-AF65-F5344CB8AC3E}">
        <p14:creationId xmlns:p14="http://schemas.microsoft.com/office/powerpoint/2010/main" val="12829976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297E4A4-580E-0B3D-9766-DDDD8DE9C6EB}"/>
              </a:ext>
            </a:extLst>
          </p:cNvPr>
          <p:cNvSpPr>
            <a:spLocks noGrp="1"/>
          </p:cNvSpPr>
          <p:nvPr>
            <p:ph type="title"/>
          </p:nvPr>
        </p:nvSpPr>
        <p:spPr/>
        <p:txBody>
          <a:bodyPr/>
          <a:lstStyle/>
          <a:p>
            <a:r>
              <a:rPr lang="de-DE"/>
              <a:t>Mastertitelformat bearbeiten</a:t>
            </a:r>
            <a:endParaRPr lang="de-AT"/>
          </a:p>
        </p:txBody>
      </p:sp>
      <p:sp>
        <p:nvSpPr>
          <p:cNvPr id="3" name="Inhaltsplatzhalter 2">
            <a:extLst>
              <a:ext uri="{FF2B5EF4-FFF2-40B4-BE49-F238E27FC236}">
                <a16:creationId xmlns:a16="http://schemas.microsoft.com/office/drawing/2014/main" id="{33020CBD-E159-BD44-3557-93574F8D9112}"/>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a:extLst>
              <a:ext uri="{FF2B5EF4-FFF2-40B4-BE49-F238E27FC236}">
                <a16:creationId xmlns:a16="http://schemas.microsoft.com/office/drawing/2014/main" id="{1B6081C0-2630-4D17-330E-D220571841F5}"/>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Datumsplatzhalter 4">
            <a:extLst>
              <a:ext uri="{FF2B5EF4-FFF2-40B4-BE49-F238E27FC236}">
                <a16:creationId xmlns:a16="http://schemas.microsoft.com/office/drawing/2014/main" id="{3C754280-CB97-22D1-19E4-A5FFE87E1240}"/>
              </a:ext>
            </a:extLst>
          </p:cNvPr>
          <p:cNvSpPr>
            <a:spLocks noGrp="1"/>
          </p:cNvSpPr>
          <p:nvPr>
            <p:ph type="dt" sz="half" idx="10"/>
          </p:nvPr>
        </p:nvSpPr>
        <p:spPr/>
        <p:txBody>
          <a:bodyPr/>
          <a:lstStyle/>
          <a:p>
            <a:fld id="{A283F6F3-EBD4-4A96-B1FC-B82E01871E33}" type="datetimeFigureOut">
              <a:rPr lang="de-AT" smtClean="0"/>
              <a:t>02.12.2025</a:t>
            </a:fld>
            <a:endParaRPr lang="de-AT"/>
          </a:p>
        </p:txBody>
      </p:sp>
      <p:sp>
        <p:nvSpPr>
          <p:cNvPr id="6" name="Fußzeilenplatzhalter 5">
            <a:extLst>
              <a:ext uri="{FF2B5EF4-FFF2-40B4-BE49-F238E27FC236}">
                <a16:creationId xmlns:a16="http://schemas.microsoft.com/office/drawing/2014/main" id="{CB71323A-07CE-6A3C-8DF6-3A5DEE62A11B}"/>
              </a:ext>
            </a:extLst>
          </p:cNvPr>
          <p:cNvSpPr>
            <a:spLocks noGrp="1"/>
          </p:cNvSpPr>
          <p:nvPr>
            <p:ph type="ftr" sz="quarter" idx="11"/>
          </p:nvPr>
        </p:nvSpPr>
        <p:spPr/>
        <p:txBody>
          <a:bodyPr/>
          <a:lstStyle/>
          <a:p>
            <a:endParaRPr lang="de-AT"/>
          </a:p>
        </p:txBody>
      </p:sp>
      <p:sp>
        <p:nvSpPr>
          <p:cNvPr id="7" name="Foliennummernplatzhalter 6">
            <a:extLst>
              <a:ext uri="{FF2B5EF4-FFF2-40B4-BE49-F238E27FC236}">
                <a16:creationId xmlns:a16="http://schemas.microsoft.com/office/drawing/2014/main" id="{00B86CA3-03A6-2C29-22F5-3D965F67E210}"/>
              </a:ext>
            </a:extLst>
          </p:cNvPr>
          <p:cNvSpPr>
            <a:spLocks noGrp="1"/>
          </p:cNvSpPr>
          <p:nvPr>
            <p:ph type="sldNum" sz="quarter" idx="12"/>
          </p:nvPr>
        </p:nvSpPr>
        <p:spPr/>
        <p:txBody>
          <a:bodyPr/>
          <a:lstStyle/>
          <a:p>
            <a:fld id="{ED565896-A532-43EB-8132-0E9890BD87D8}" type="slidenum">
              <a:rPr lang="de-AT" smtClean="0"/>
              <a:t>‹Nr.›</a:t>
            </a:fld>
            <a:endParaRPr lang="de-AT"/>
          </a:p>
        </p:txBody>
      </p:sp>
    </p:spTree>
    <p:extLst>
      <p:ext uri="{BB962C8B-B14F-4D97-AF65-F5344CB8AC3E}">
        <p14:creationId xmlns:p14="http://schemas.microsoft.com/office/powerpoint/2010/main" val="38188523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786FDB-56EE-CD3A-7D49-62E16DCDC9FC}"/>
              </a:ext>
            </a:extLst>
          </p:cNvPr>
          <p:cNvSpPr>
            <a:spLocks noGrp="1"/>
          </p:cNvSpPr>
          <p:nvPr>
            <p:ph type="title"/>
          </p:nvPr>
        </p:nvSpPr>
        <p:spPr>
          <a:xfrm>
            <a:off x="839788" y="365125"/>
            <a:ext cx="10515600" cy="1325563"/>
          </a:xfrm>
        </p:spPr>
        <p:txBody>
          <a:bodyPr/>
          <a:lstStyle/>
          <a:p>
            <a:r>
              <a:rPr lang="de-DE"/>
              <a:t>Mastertitelformat bearbeiten</a:t>
            </a:r>
            <a:endParaRPr lang="de-AT"/>
          </a:p>
        </p:txBody>
      </p:sp>
      <p:sp>
        <p:nvSpPr>
          <p:cNvPr id="3" name="Textplatzhalter 2">
            <a:extLst>
              <a:ext uri="{FF2B5EF4-FFF2-40B4-BE49-F238E27FC236}">
                <a16:creationId xmlns:a16="http://schemas.microsoft.com/office/drawing/2014/main" id="{ED40C9B4-9284-56B7-EC58-F2E81E3D8F7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64714C33-6285-9931-596D-C5E15018E27F}"/>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a:extLst>
              <a:ext uri="{FF2B5EF4-FFF2-40B4-BE49-F238E27FC236}">
                <a16:creationId xmlns:a16="http://schemas.microsoft.com/office/drawing/2014/main" id="{8BBBD078-BFEC-6178-9DE6-7D70B46EF5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28926C31-3496-0BA0-925C-31EE884A5E9C}"/>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7" name="Datumsplatzhalter 6">
            <a:extLst>
              <a:ext uri="{FF2B5EF4-FFF2-40B4-BE49-F238E27FC236}">
                <a16:creationId xmlns:a16="http://schemas.microsoft.com/office/drawing/2014/main" id="{8D01D704-4B2F-1BAE-2F12-0D534894E1B6}"/>
              </a:ext>
            </a:extLst>
          </p:cNvPr>
          <p:cNvSpPr>
            <a:spLocks noGrp="1"/>
          </p:cNvSpPr>
          <p:nvPr>
            <p:ph type="dt" sz="half" idx="10"/>
          </p:nvPr>
        </p:nvSpPr>
        <p:spPr/>
        <p:txBody>
          <a:bodyPr/>
          <a:lstStyle/>
          <a:p>
            <a:fld id="{A283F6F3-EBD4-4A96-B1FC-B82E01871E33}" type="datetimeFigureOut">
              <a:rPr lang="de-AT" smtClean="0"/>
              <a:t>02.12.2025</a:t>
            </a:fld>
            <a:endParaRPr lang="de-AT"/>
          </a:p>
        </p:txBody>
      </p:sp>
      <p:sp>
        <p:nvSpPr>
          <p:cNvPr id="8" name="Fußzeilenplatzhalter 7">
            <a:extLst>
              <a:ext uri="{FF2B5EF4-FFF2-40B4-BE49-F238E27FC236}">
                <a16:creationId xmlns:a16="http://schemas.microsoft.com/office/drawing/2014/main" id="{22AF20B2-FAD9-B0BC-1DF7-210CD62B52F1}"/>
              </a:ext>
            </a:extLst>
          </p:cNvPr>
          <p:cNvSpPr>
            <a:spLocks noGrp="1"/>
          </p:cNvSpPr>
          <p:nvPr>
            <p:ph type="ftr" sz="quarter" idx="11"/>
          </p:nvPr>
        </p:nvSpPr>
        <p:spPr/>
        <p:txBody>
          <a:bodyPr/>
          <a:lstStyle/>
          <a:p>
            <a:endParaRPr lang="de-AT"/>
          </a:p>
        </p:txBody>
      </p:sp>
      <p:sp>
        <p:nvSpPr>
          <p:cNvPr id="9" name="Foliennummernplatzhalter 8">
            <a:extLst>
              <a:ext uri="{FF2B5EF4-FFF2-40B4-BE49-F238E27FC236}">
                <a16:creationId xmlns:a16="http://schemas.microsoft.com/office/drawing/2014/main" id="{A4C4AD96-6C87-5927-522D-75FBF576C50C}"/>
              </a:ext>
            </a:extLst>
          </p:cNvPr>
          <p:cNvSpPr>
            <a:spLocks noGrp="1"/>
          </p:cNvSpPr>
          <p:nvPr>
            <p:ph type="sldNum" sz="quarter" idx="12"/>
          </p:nvPr>
        </p:nvSpPr>
        <p:spPr/>
        <p:txBody>
          <a:bodyPr/>
          <a:lstStyle/>
          <a:p>
            <a:fld id="{ED565896-A532-43EB-8132-0E9890BD87D8}" type="slidenum">
              <a:rPr lang="de-AT" smtClean="0"/>
              <a:t>‹Nr.›</a:t>
            </a:fld>
            <a:endParaRPr lang="de-AT"/>
          </a:p>
        </p:txBody>
      </p:sp>
    </p:spTree>
    <p:extLst>
      <p:ext uri="{BB962C8B-B14F-4D97-AF65-F5344CB8AC3E}">
        <p14:creationId xmlns:p14="http://schemas.microsoft.com/office/powerpoint/2010/main" val="12320907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6B8A53-8A95-BD29-805A-213C0897EE4E}"/>
              </a:ext>
            </a:extLst>
          </p:cNvPr>
          <p:cNvSpPr>
            <a:spLocks noGrp="1"/>
          </p:cNvSpPr>
          <p:nvPr>
            <p:ph type="title"/>
          </p:nvPr>
        </p:nvSpPr>
        <p:spPr/>
        <p:txBody>
          <a:bodyPr/>
          <a:lstStyle/>
          <a:p>
            <a:r>
              <a:rPr lang="de-DE"/>
              <a:t>Mastertitelformat bearbeiten</a:t>
            </a:r>
            <a:endParaRPr lang="de-AT"/>
          </a:p>
        </p:txBody>
      </p:sp>
      <p:sp>
        <p:nvSpPr>
          <p:cNvPr id="3" name="Datumsplatzhalter 2">
            <a:extLst>
              <a:ext uri="{FF2B5EF4-FFF2-40B4-BE49-F238E27FC236}">
                <a16:creationId xmlns:a16="http://schemas.microsoft.com/office/drawing/2014/main" id="{14AED4D6-68E7-64C8-EF98-9DEFAE93BC79}"/>
              </a:ext>
            </a:extLst>
          </p:cNvPr>
          <p:cNvSpPr>
            <a:spLocks noGrp="1"/>
          </p:cNvSpPr>
          <p:nvPr>
            <p:ph type="dt" sz="half" idx="10"/>
          </p:nvPr>
        </p:nvSpPr>
        <p:spPr/>
        <p:txBody>
          <a:bodyPr/>
          <a:lstStyle/>
          <a:p>
            <a:fld id="{A283F6F3-EBD4-4A96-B1FC-B82E01871E33}" type="datetimeFigureOut">
              <a:rPr lang="de-AT" smtClean="0"/>
              <a:t>02.12.2025</a:t>
            </a:fld>
            <a:endParaRPr lang="de-AT"/>
          </a:p>
        </p:txBody>
      </p:sp>
      <p:sp>
        <p:nvSpPr>
          <p:cNvPr id="4" name="Fußzeilenplatzhalter 3">
            <a:extLst>
              <a:ext uri="{FF2B5EF4-FFF2-40B4-BE49-F238E27FC236}">
                <a16:creationId xmlns:a16="http://schemas.microsoft.com/office/drawing/2014/main" id="{879458A5-FB09-8D0E-9293-E27A3562958F}"/>
              </a:ext>
            </a:extLst>
          </p:cNvPr>
          <p:cNvSpPr>
            <a:spLocks noGrp="1"/>
          </p:cNvSpPr>
          <p:nvPr>
            <p:ph type="ftr" sz="quarter" idx="11"/>
          </p:nvPr>
        </p:nvSpPr>
        <p:spPr/>
        <p:txBody>
          <a:bodyPr/>
          <a:lstStyle/>
          <a:p>
            <a:endParaRPr lang="de-AT"/>
          </a:p>
        </p:txBody>
      </p:sp>
      <p:sp>
        <p:nvSpPr>
          <p:cNvPr id="5" name="Foliennummernplatzhalter 4">
            <a:extLst>
              <a:ext uri="{FF2B5EF4-FFF2-40B4-BE49-F238E27FC236}">
                <a16:creationId xmlns:a16="http://schemas.microsoft.com/office/drawing/2014/main" id="{7B5FC7FD-21DD-7E7B-BDAC-EC59B881AF3D}"/>
              </a:ext>
            </a:extLst>
          </p:cNvPr>
          <p:cNvSpPr>
            <a:spLocks noGrp="1"/>
          </p:cNvSpPr>
          <p:nvPr>
            <p:ph type="sldNum" sz="quarter" idx="12"/>
          </p:nvPr>
        </p:nvSpPr>
        <p:spPr/>
        <p:txBody>
          <a:bodyPr/>
          <a:lstStyle/>
          <a:p>
            <a:fld id="{ED565896-A532-43EB-8132-0E9890BD87D8}" type="slidenum">
              <a:rPr lang="de-AT" smtClean="0"/>
              <a:t>‹Nr.›</a:t>
            </a:fld>
            <a:endParaRPr lang="de-AT"/>
          </a:p>
        </p:txBody>
      </p:sp>
    </p:spTree>
    <p:extLst>
      <p:ext uri="{BB962C8B-B14F-4D97-AF65-F5344CB8AC3E}">
        <p14:creationId xmlns:p14="http://schemas.microsoft.com/office/powerpoint/2010/main" val="25188284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EAC8F943-55DE-059A-AA07-69C91F4C99E3}"/>
              </a:ext>
            </a:extLst>
          </p:cNvPr>
          <p:cNvSpPr>
            <a:spLocks noGrp="1"/>
          </p:cNvSpPr>
          <p:nvPr>
            <p:ph type="dt" sz="half" idx="10"/>
          </p:nvPr>
        </p:nvSpPr>
        <p:spPr/>
        <p:txBody>
          <a:bodyPr/>
          <a:lstStyle/>
          <a:p>
            <a:fld id="{A283F6F3-EBD4-4A96-B1FC-B82E01871E33}" type="datetimeFigureOut">
              <a:rPr lang="de-AT" smtClean="0"/>
              <a:t>02.12.2025</a:t>
            </a:fld>
            <a:endParaRPr lang="de-AT"/>
          </a:p>
        </p:txBody>
      </p:sp>
      <p:sp>
        <p:nvSpPr>
          <p:cNvPr id="3" name="Fußzeilenplatzhalter 2">
            <a:extLst>
              <a:ext uri="{FF2B5EF4-FFF2-40B4-BE49-F238E27FC236}">
                <a16:creationId xmlns:a16="http://schemas.microsoft.com/office/drawing/2014/main" id="{43446FF9-AE92-D0DB-D122-982E94972C07}"/>
              </a:ext>
            </a:extLst>
          </p:cNvPr>
          <p:cNvSpPr>
            <a:spLocks noGrp="1"/>
          </p:cNvSpPr>
          <p:nvPr>
            <p:ph type="ftr" sz="quarter" idx="11"/>
          </p:nvPr>
        </p:nvSpPr>
        <p:spPr/>
        <p:txBody>
          <a:bodyPr/>
          <a:lstStyle/>
          <a:p>
            <a:endParaRPr lang="de-AT"/>
          </a:p>
        </p:txBody>
      </p:sp>
      <p:sp>
        <p:nvSpPr>
          <p:cNvPr id="4" name="Foliennummernplatzhalter 3">
            <a:extLst>
              <a:ext uri="{FF2B5EF4-FFF2-40B4-BE49-F238E27FC236}">
                <a16:creationId xmlns:a16="http://schemas.microsoft.com/office/drawing/2014/main" id="{F4C77A94-1AD4-33E2-43C1-A02F7A0C5C6F}"/>
              </a:ext>
            </a:extLst>
          </p:cNvPr>
          <p:cNvSpPr>
            <a:spLocks noGrp="1"/>
          </p:cNvSpPr>
          <p:nvPr>
            <p:ph type="sldNum" sz="quarter" idx="12"/>
          </p:nvPr>
        </p:nvSpPr>
        <p:spPr/>
        <p:txBody>
          <a:bodyPr/>
          <a:lstStyle/>
          <a:p>
            <a:fld id="{ED565896-A532-43EB-8132-0E9890BD87D8}" type="slidenum">
              <a:rPr lang="de-AT" smtClean="0"/>
              <a:t>‹Nr.›</a:t>
            </a:fld>
            <a:endParaRPr lang="de-AT"/>
          </a:p>
        </p:txBody>
      </p:sp>
    </p:spTree>
    <p:extLst>
      <p:ext uri="{BB962C8B-B14F-4D97-AF65-F5344CB8AC3E}">
        <p14:creationId xmlns:p14="http://schemas.microsoft.com/office/powerpoint/2010/main" val="308465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9E0EEF-535C-60FC-18B4-7FA28D629421}"/>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de-AT"/>
          </a:p>
        </p:txBody>
      </p:sp>
      <p:sp>
        <p:nvSpPr>
          <p:cNvPr id="3" name="Inhaltsplatzhalter 2">
            <a:extLst>
              <a:ext uri="{FF2B5EF4-FFF2-40B4-BE49-F238E27FC236}">
                <a16:creationId xmlns:a16="http://schemas.microsoft.com/office/drawing/2014/main" id="{2CC0B527-467F-9D60-B3F3-B3E8DD4C01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a:extLst>
              <a:ext uri="{FF2B5EF4-FFF2-40B4-BE49-F238E27FC236}">
                <a16:creationId xmlns:a16="http://schemas.microsoft.com/office/drawing/2014/main" id="{5331AB27-9FC7-66C9-B6E5-5B42B28F6E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59781B0A-DD2E-6E32-394F-08F423C49F09}"/>
              </a:ext>
            </a:extLst>
          </p:cNvPr>
          <p:cNvSpPr>
            <a:spLocks noGrp="1"/>
          </p:cNvSpPr>
          <p:nvPr>
            <p:ph type="dt" sz="half" idx="10"/>
          </p:nvPr>
        </p:nvSpPr>
        <p:spPr/>
        <p:txBody>
          <a:bodyPr/>
          <a:lstStyle/>
          <a:p>
            <a:fld id="{A283F6F3-EBD4-4A96-B1FC-B82E01871E33}" type="datetimeFigureOut">
              <a:rPr lang="de-AT" smtClean="0"/>
              <a:t>02.12.2025</a:t>
            </a:fld>
            <a:endParaRPr lang="de-AT"/>
          </a:p>
        </p:txBody>
      </p:sp>
      <p:sp>
        <p:nvSpPr>
          <p:cNvPr id="6" name="Fußzeilenplatzhalter 5">
            <a:extLst>
              <a:ext uri="{FF2B5EF4-FFF2-40B4-BE49-F238E27FC236}">
                <a16:creationId xmlns:a16="http://schemas.microsoft.com/office/drawing/2014/main" id="{46160B19-B1A4-76CA-5C81-27E07870DD5B}"/>
              </a:ext>
            </a:extLst>
          </p:cNvPr>
          <p:cNvSpPr>
            <a:spLocks noGrp="1"/>
          </p:cNvSpPr>
          <p:nvPr>
            <p:ph type="ftr" sz="quarter" idx="11"/>
          </p:nvPr>
        </p:nvSpPr>
        <p:spPr/>
        <p:txBody>
          <a:bodyPr/>
          <a:lstStyle/>
          <a:p>
            <a:endParaRPr lang="de-AT"/>
          </a:p>
        </p:txBody>
      </p:sp>
      <p:sp>
        <p:nvSpPr>
          <p:cNvPr id="7" name="Foliennummernplatzhalter 6">
            <a:extLst>
              <a:ext uri="{FF2B5EF4-FFF2-40B4-BE49-F238E27FC236}">
                <a16:creationId xmlns:a16="http://schemas.microsoft.com/office/drawing/2014/main" id="{DBF212CA-33BE-38B4-64BC-04122473B5CE}"/>
              </a:ext>
            </a:extLst>
          </p:cNvPr>
          <p:cNvSpPr>
            <a:spLocks noGrp="1"/>
          </p:cNvSpPr>
          <p:nvPr>
            <p:ph type="sldNum" sz="quarter" idx="12"/>
          </p:nvPr>
        </p:nvSpPr>
        <p:spPr/>
        <p:txBody>
          <a:bodyPr/>
          <a:lstStyle/>
          <a:p>
            <a:fld id="{ED565896-A532-43EB-8132-0E9890BD87D8}" type="slidenum">
              <a:rPr lang="de-AT" smtClean="0"/>
              <a:t>‹Nr.›</a:t>
            </a:fld>
            <a:endParaRPr lang="de-AT"/>
          </a:p>
        </p:txBody>
      </p:sp>
    </p:spTree>
    <p:extLst>
      <p:ext uri="{BB962C8B-B14F-4D97-AF65-F5344CB8AC3E}">
        <p14:creationId xmlns:p14="http://schemas.microsoft.com/office/powerpoint/2010/main" val="22575903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FEFBD8-3491-80D4-6113-798F7BEA0562}"/>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de-AT"/>
          </a:p>
        </p:txBody>
      </p:sp>
      <p:sp>
        <p:nvSpPr>
          <p:cNvPr id="3" name="Bildplatzhalter 2">
            <a:extLst>
              <a:ext uri="{FF2B5EF4-FFF2-40B4-BE49-F238E27FC236}">
                <a16:creationId xmlns:a16="http://schemas.microsoft.com/office/drawing/2014/main" id="{1558FCF4-FD42-1833-07AE-60FF9980F5A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AT"/>
          </a:p>
        </p:txBody>
      </p:sp>
      <p:sp>
        <p:nvSpPr>
          <p:cNvPr id="4" name="Textplatzhalter 3">
            <a:extLst>
              <a:ext uri="{FF2B5EF4-FFF2-40B4-BE49-F238E27FC236}">
                <a16:creationId xmlns:a16="http://schemas.microsoft.com/office/drawing/2014/main" id="{6404E464-88E1-935C-57EF-0DF4D9FD8F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25CCB813-FBFC-8751-CD17-2F9C981A48C4}"/>
              </a:ext>
            </a:extLst>
          </p:cNvPr>
          <p:cNvSpPr>
            <a:spLocks noGrp="1"/>
          </p:cNvSpPr>
          <p:nvPr>
            <p:ph type="dt" sz="half" idx="10"/>
          </p:nvPr>
        </p:nvSpPr>
        <p:spPr/>
        <p:txBody>
          <a:bodyPr/>
          <a:lstStyle/>
          <a:p>
            <a:fld id="{A283F6F3-EBD4-4A96-B1FC-B82E01871E33}" type="datetimeFigureOut">
              <a:rPr lang="de-AT" smtClean="0"/>
              <a:t>02.12.2025</a:t>
            </a:fld>
            <a:endParaRPr lang="de-AT"/>
          </a:p>
        </p:txBody>
      </p:sp>
      <p:sp>
        <p:nvSpPr>
          <p:cNvPr id="6" name="Fußzeilenplatzhalter 5">
            <a:extLst>
              <a:ext uri="{FF2B5EF4-FFF2-40B4-BE49-F238E27FC236}">
                <a16:creationId xmlns:a16="http://schemas.microsoft.com/office/drawing/2014/main" id="{CBDA9B16-706B-E4FF-7A95-83D0FC7E3A48}"/>
              </a:ext>
            </a:extLst>
          </p:cNvPr>
          <p:cNvSpPr>
            <a:spLocks noGrp="1"/>
          </p:cNvSpPr>
          <p:nvPr>
            <p:ph type="ftr" sz="quarter" idx="11"/>
          </p:nvPr>
        </p:nvSpPr>
        <p:spPr/>
        <p:txBody>
          <a:bodyPr/>
          <a:lstStyle/>
          <a:p>
            <a:endParaRPr lang="de-AT"/>
          </a:p>
        </p:txBody>
      </p:sp>
      <p:sp>
        <p:nvSpPr>
          <p:cNvPr id="7" name="Foliennummernplatzhalter 6">
            <a:extLst>
              <a:ext uri="{FF2B5EF4-FFF2-40B4-BE49-F238E27FC236}">
                <a16:creationId xmlns:a16="http://schemas.microsoft.com/office/drawing/2014/main" id="{56DFFC85-C3EB-11E7-6CB3-86E3BA81EA6C}"/>
              </a:ext>
            </a:extLst>
          </p:cNvPr>
          <p:cNvSpPr>
            <a:spLocks noGrp="1"/>
          </p:cNvSpPr>
          <p:nvPr>
            <p:ph type="sldNum" sz="quarter" idx="12"/>
          </p:nvPr>
        </p:nvSpPr>
        <p:spPr/>
        <p:txBody>
          <a:bodyPr/>
          <a:lstStyle/>
          <a:p>
            <a:fld id="{ED565896-A532-43EB-8132-0E9890BD87D8}" type="slidenum">
              <a:rPr lang="de-AT" smtClean="0"/>
              <a:t>‹Nr.›</a:t>
            </a:fld>
            <a:endParaRPr lang="de-AT"/>
          </a:p>
        </p:txBody>
      </p:sp>
    </p:spTree>
    <p:extLst>
      <p:ext uri="{BB962C8B-B14F-4D97-AF65-F5344CB8AC3E}">
        <p14:creationId xmlns:p14="http://schemas.microsoft.com/office/powerpoint/2010/main" val="16969930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1C524E2-AC0E-ACDF-65B4-2F62BF2CC3C6}"/>
              </a:ext>
            </a:extLst>
          </p:cNvPr>
          <p:cNvSpPr>
            <a:spLocks noGrp="1"/>
          </p:cNvSpPr>
          <p:nvPr>
            <p:ph type="title"/>
          </p:nvPr>
        </p:nvSpPr>
        <p:spPr/>
        <p:txBody>
          <a:bodyPr/>
          <a:lstStyle/>
          <a:p>
            <a:r>
              <a:rPr lang="de-DE"/>
              <a:t>Mastertitelformat bearbeiten</a:t>
            </a:r>
            <a:endParaRPr lang="de-AT"/>
          </a:p>
        </p:txBody>
      </p:sp>
      <p:sp>
        <p:nvSpPr>
          <p:cNvPr id="3" name="Vertikaler Textplatzhalter 2">
            <a:extLst>
              <a:ext uri="{FF2B5EF4-FFF2-40B4-BE49-F238E27FC236}">
                <a16:creationId xmlns:a16="http://schemas.microsoft.com/office/drawing/2014/main" id="{4242225B-9F5C-792F-D098-37814CADE5A9}"/>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Datumsplatzhalter 3">
            <a:extLst>
              <a:ext uri="{FF2B5EF4-FFF2-40B4-BE49-F238E27FC236}">
                <a16:creationId xmlns:a16="http://schemas.microsoft.com/office/drawing/2014/main" id="{11C09045-270F-AFE6-D5C5-CC9FA5399963}"/>
              </a:ext>
            </a:extLst>
          </p:cNvPr>
          <p:cNvSpPr>
            <a:spLocks noGrp="1"/>
          </p:cNvSpPr>
          <p:nvPr>
            <p:ph type="dt" sz="half" idx="10"/>
          </p:nvPr>
        </p:nvSpPr>
        <p:spPr/>
        <p:txBody>
          <a:bodyPr/>
          <a:lstStyle/>
          <a:p>
            <a:fld id="{A283F6F3-EBD4-4A96-B1FC-B82E01871E33}" type="datetimeFigureOut">
              <a:rPr lang="de-AT" smtClean="0"/>
              <a:t>02.12.2025</a:t>
            </a:fld>
            <a:endParaRPr lang="de-AT"/>
          </a:p>
        </p:txBody>
      </p:sp>
      <p:sp>
        <p:nvSpPr>
          <p:cNvPr id="5" name="Fußzeilenplatzhalter 4">
            <a:extLst>
              <a:ext uri="{FF2B5EF4-FFF2-40B4-BE49-F238E27FC236}">
                <a16:creationId xmlns:a16="http://schemas.microsoft.com/office/drawing/2014/main" id="{2642C717-851E-4A2A-6F8B-48EAEA5D259C}"/>
              </a:ext>
            </a:extLst>
          </p:cNvPr>
          <p:cNvSpPr>
            <a:spLocks noGrp="1"/>
          </p:cNvSpPr>
          <p:nvPr>
            <p:ph type="ftr" sz="quarter" idx="11"/>
          </p:nvPr>
        </p:nvSpPr>
        <p:spPr/>
        <p:txBody>
          <a:bodyPr/>
          <a:lstStyle/>
          <a:p>
            <a:endParaRPr lang="de-AT"/>
          </a:p>
        </p:txBody>
      </p:sp>
      <p:sp>
        <p:nvSpPr>
          <p:cNvPr id="6" name="Foliennummernplatzhalter 5">
            <a:extLst>
              <a:ext uri="{FF2B5EF4-FFF2-40B4-BE49-F238E27FC236}">
                <a16:creationId xmlns:a16="http://schemas.microsoft.com/office/drawing/2014/main" id="{5DE6B4B1-3C73-5322-C575-42E1C7FF9B9C}"/>
              </a:ext>
            </a:extLst>
          </p:cNvPr>
          <p:cNvSpPr>
            <a:spLocks noGrp="1"/>
          </p:cNvSpPr>
          <p:nvPr>
            <p:ph type="sldNum" sz="quarter" idx="12"/>
          </p:nvPr>
        </p:nvSpPr>
        <p:spPr/>
        <p:txBody>
          <a:bodyPr/>
          <a:lstStyle/>
          <a:p>
            <a:fld id="{ED565896-A532-43EB-8132-0E9890BD87D8}" type="slidenum">
              <a:rPr lang="de-AT" smtClean="0"/>
              <a:t>‹Nr.›</a:t>
            </a:fld>
            <a:endParaRPr lang="de-AT"/>
          </a:p>
        </p:txBody>
      </p:sp>
    </p:spTree>
    <p:extLst>
      <p:ext uri="{BB962C8B-B14F-4D97-AF65-F5344CB8AC3E}">
        <p14:creationId xmlns:p14="http://schemas.microsoft.com/office/powerpoint/2010/main" val="42390083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F923588E-4193-903E-D29B-ED9D729E3EE7}"/>
              </a:ext>
            </a:extLst>
          </p:cNvPr>
          <p:cNvSpPr>
            <a:spLocks noGrp="1"/>
          </p:cNvSpPr>
          <p:nvPr>
            <p:ph type="title" orient="vert"/>
          </p:nvPr>
        </p:nvSpPr>
        <p:spPr>
          <a:xfrm>
            <a:off x="8724900" y="365125"/>
            <a:ext cx="2628900" cy="5811838"/>
          </a:xfrm>
        </p:spPr>
        <p:txBody>
          <a:bodyPr vert="eaVert"/>
          <a:lstStyle/>
          <a:p>
            <a:r>
              <a:rPr lang="de-DE"/>
              <a:t>Mastertitelformat bearbeiten</a:t>
            </a:r>
            <a:endParaRPr lang="de-AT"/>
          </a:p>
        </p:txBody>
      </p:sp>
      <p:sp>
        <p:nvSpPr>
          <p:cNvPr id="3" name="Vertikaler Textplatzhalter 2">
            <a:extLst>
              <a:ext uri="{FF2B5EF4-FFF2-40B4-BE49-F238E27FC236}">
                <a16:creationId xmlns:a16="http://schemas.microsoft.com/office/drawing/2014/main" id="{8BF24640-71C8-388A-9CCB-A7D4FCEE5716}"/>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Datumsplatzhalter 3">
            <a:extLst>
              <a:ext uri="{FF2B5EF4-FFF2-40B4-BE49-F238E27FC236}">
                <a16:creationId xmlns:a16="http://schemas.microsoft.com/office/drawing/2014/main" id="{907557AD-144E-87DF-2F71-18F19CA466B3}"/>
              </a:ext>
            </a:extLst>
          </p:cNvPr>
          <p:cNvSpPr>
            <a:spLocks noGrp="1"/>
          </p:cNvSpPr>
          <p:nvPr>
            <p:ph type="dt" sz="half" idx="10"/>
          </p:nvPr>
        </p:nvSpPr>
        <p:spPr/>
        <p:txBody>
          <a:bodyPr/>
          <a:lstStyle/>
          <a:p>
            <a:fld id="{A283F6F3-EBD4-4A96-B1FC-B82E01871E33}" type="datetimeFigureOut">
              <a:rPr lang="de-AT" smtClean="0"/>
              <a:t>02.12.2025</a:t>
            </a:fld>
            <a:endParaRPr lang="de-AT"/>
          </a:p>
        </p:txBody>
      </p:sp>
      <p:sp>
        <p:nvSpPr>
          <p:cNvPr id="5" name="Fußzeilenplatzhalter 4">
            <a:extLst>
              <a:ext uri="{FF2B5EF4-FFF2-40B4-BE49-F238E27FC236}">
                <a16:creationId xmlns:a16="http://schemas.microsoft.com/office/drawing/2014/main" id="{6BEC07C0-A959-9CAF-8517-DD8620738732}"/>
              </a:ext>
            </a:extLst>
          </p:cNvPr>
          <p:cNvSpPr>
            <a:spLocks noGrp="1"/>
          </p:cNvSpPr>
          <p:nvPr>
            <p:ph type="ftr" sz="quarter" idx="11"/>
          </p:nvPr>
        </p:nvSpPr>
        <p:spPr/>
        <p:txBody>
          <a:bodyPr/>
          <a:lstStyle/>
          <a:p>
            <a:endParaRPr lang="de-AT"/>
          </a:p>
        </p:txBody>
      </p:sp>
      <p:sp>
        <p:nvSpPr>
          <p:cNvPr id="6" name="Foliennummernplatzhalter 5">
            <a:extLst>
              <a:ext uri="{FF2B5EF4-FFF2-40B4-BE49-F238E27FC236}">
                <a16:creationId xmlns:a16="http://schemas.microsoft.com/office/drawing/2014/main" id="{6053F4EC-37AE-905D-FED6-0F8811C351C8}"/>
              </a:ext>
            </a:extLst>
          </p:cNvPr>
          <p:cNvSpPr>
            <a:spLocks noGrp="1"/>
          </p:cNvSpPr>
          <p:nvPr>
            <p:ph type="sldNum" sz="quarter" idx="12"/>
          </p:nvPr>
        </p:nvSpPr>
        <p:spPr/>
        <p:txBody>
          <a:bodyPr/>
          <a:lstStyle/>
          <a:p>
            <a:fld id="{ED565896-A532-43EB-8132-0E9890BD87D8}" type="slidenum">
              <a:rPr lang="de-AT" smtClean="0"/>
              <a:t>‹Nr.›</a:t>
            </a:fld>
            <a:endParaRPr lang="de-AT"/>
          </a:p>
        </p:txBody>
      </p:sp>
    </p:spTree>
    <p:extLst>
      <p:ext uri="{BB962C8B-B14F-4D97-AF65-F5344CB8AC3E}">
        <p14:creationId xmlns:p14="http://schemas.microsoft.com/office/powerpoint/2010/main" val="36835787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36D416BA-52AE-E60A-D239-0796EDFE214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de-AT"/>
          </a:p>
        </p:txBody>
      </p:sp>
      <p:sp>
        <p:nvSpPr>
          <p:cNvPr id="3" name="Textplatzhalter 2">
            <a:extLst>
              <a:ext uri="{FF2B5EF4-FFF2-40B4-BE49-F238E27FC236}">
                <a16:creationId xmlns:a16="http://schemas.microsoft.com/office/drawing/2014/main" id="{81B93299-A7E0-E2C7-0F6D-9A9E443649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Datumsplatzhalter 3">
            <a:extLst>
              <a:ext uri="{FF2B5EF4-FFF2-40B4-BE49-F238E27FC236}">
                <a16:creationId xmlns:a16="http://schemas.microsoft.com/office/drawing/2014/main" id="{4B5204A8-7066-CE31-A824-94EF8FD023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283F6F3-EBD4-4A96-B1FC-B82E01871E33}" type="datetimeFigureOut">
              <a:rPr lang="de-AT" smtClean="0"/>
              <a:t>02.12.2025</a:t>
            </a:fld>
            <a:endParaRPr lang="de-AT"/>
          </a:p>
        </p:txBody>
      </p:sp>
      <p:sp>
        <p:nvSpPr>
          <p:cNvPr id="5" name="Fußzeilenplatzhalter 4">
            <a:extLst>
              <a:ext uri="{FF2B5EF4-FFF2-40B4-BE49-F238E27FC236}">
                <a16:creationId xmlns:a16="http://schemas.microsoft.com/office/drawing/2014/main" id="{3F4BCBF7-CCA4-2C58-E11C-91B32325A0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AT"/>
          </a:p>
        </p:txBody>
      </p:sp>
      <p:sp>
        <p:nvSpPr>
          <p:cNvPr id="6" name="Foliennummernplatzhalter 5">
            <a:extLst>
              <a:ext uri="{FF2B5EF4-FFF2-40B4-BE49-F238E27FC236}">
                <a16:creationId xmlns:a16="http://schemas.microsoft.com/office/drawing/2014/main" id="{1AC1744F-A48F-ABED-F931-F34CCF585B2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D565896-A532-43EB-8132-0E9890BD87D8}" type="slidenum">
              <a:rPr lang="de-AT" smtClean="0"/>
              <a:t>‹Nr.›</a:t>
            </a:fld>
            <a:endParaRPr lang="de-AT"/>
          </a:p>
        </p:txBody>
      </p:sp>
    </p:spTree>
    <p:extLst>
      <p:ext uri="{BB962C8B-B14F-4D97-AF65-F5344CB8AC3E}">
        <p14:creationId xmlns:p14="http://schemas.microsoft.com/office/powerpoint/2010/main" val="35966178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0" name="Rectangle 1039">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ein Laptop mit einem Korb auf dem Bildschirm">
            <a:extLst>
              <a:ext uri="{FF2B5EF4-FFF2-40B4-BE49-F238E27FC236}">
                <a16:creationId xmlns:a16="http://schemas.microsoft.com/office/drawing/2014/main" id="{63D34AB8-013F-A82F-FBFF-2B0DA78DA1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4294" b="1436"/>
          <a:stretch>
            <a:fillRect/>
          </a:stretch>
        </p:blipFill>
        <p:spPr bwMode="auto">
          <a:xfrm>
            <a:off x="-3047" y="10"/>
            <a:ext cx="12191999" cy="6857990"/>
          </a:xfrm>
          <a:prstGeom prst="rect">
            <a:avLst/>
          </a:prstGeom>
          <a:noFill/>
          <a:extLst>
            <a:ext uri="{909E8E84-426E-40DD-AFC4-6F175D3DCCD1}">
              <a14:hiddenFill xmlns:a14="http://schemas.microsoft.com/office/drawing/2010/main">
                <a:solidFill>
                  <a:srgbClr val="FFFFFF"/>
                </a:solidFill>
              </a14:hiddenFill>
            </a:ext>
          </a:extLst>
        </p:spPr>
      </p:pic>
      <p:sp>
        <p:nvSpPr>
          <p:cNvPr id="1042" name="Rectangle 1041">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224E5D7D-5928-00B8-391F-FF05B02352A9}"/>
              </a:ext>
            </a:extLst>
          </p:cNvPr>
          <p:cNvSpPr>
            <a:spLocks noGrp="1"/>
          </p:cNvSpPr>
          <p:nvPr>
            <p:ph type="ctrTitle"/>
          </p:nvPr>
        </p:nvSpPr>
        <p:spPr>
          <a:xfrm>
            <a:off x="1097280" y="325550"/>
            <a:ext cx="10058400" cy="3574778"/>
          </a:xfrm>
          <a:effectLst>
            <a:outerShdw blurRad="50800" dist="38100" dir="2700000" algn="tl" rotWithShape="0">
              <a:prstClr val="black">
                <a:alpha val="40000"/>
              </a:prstClr>
            </a:outerShdw>
          </a:effectLst>
        </p:spPr>
        <p:txBody>
          <a:bodyPr>
            <a:normAutofit/>
          </a:bodyPr>
          <a:lstStyle/>
          <a:p>
            <a:r>
              <a:rPr lang="de-DE" sz="5200">
                <a:solidFill>
                  <a:srgbClr val="FFFFFF"/>
                </a:solidFill>
                <a:latin typeface="+mn-lt"/>
              </a:rPr>
              <a:t>Berchtold HolzbauplanWebshop</a:t>
            </a:r>
            <a:endParaRPr lang="de-AT" sz="5200">
              <a:solidFill>
                <a:srgbClr val="FFFFFF"/>
              </a:solidFill>
              <a:latin typeface="+mn-lt"/>
            </a:endParaRPr>
          </a:p>
        </p:txBody>
      </p:sp>
      <p:sp>
        <p:nvSpPr>
          <p:cNvPr id="3" name="Untertitel 2">
            <a:extLst>
              <a:ext uri="{FF2B5EF4-FFF2-40B4-BE49-F238E27FC236}">
                <a16:creationId xmlns:a16="http://schemas.microsoft.com/office/drawing/2014/main" id="{CA873854-4522-0F93-70E3-15B7045E502B}"/>
              </a:ext>
            </a:extLst>
          </p:cNvPr>
          <p:cNvSpPr>
            <a:spLocks noGrp="1"/>
          </p:cNvSpPr>
          <p:nvPr>
            <p:ph type="subTitle" idx="1"/>
          </p:nvPr>
        </p:nvSpPr>
        <p:spPr>
          <a:xfrm>
            <a:off x="1100051" y="4072043"/>
            <a:ext cx="10058400" cy="1282707"/>
          </a:xfrm>
          <a:effectLst>
            <a:outerShdw blurRad="50800" dist="38100" dir="2700000" algn="tl" rotWithShape="0">
              <a:prstClr val="black">
                <a:alpha val="40000"/>
              </a:prstClr>
            </a:outerShdw>
          </a:effectLst>
        </p:spPr>
        <p:txBody>
          <a:bodyPr>
            <a:normAutofit/>
          </a:bodyPr>
          <a:lstStyle/>
          <a:p>
            <a:r>
              <a:rPr lang="de-DE">
                <a:solidFill>
                  <a:srgbClr val="FFFFFF"/>
                </a:solidFill>
              </a:rPr>
              <a:t>Julian Halbmayr</a:t>
            </a:r>
          </a:p>
          <a:p>
            <a:r>
              <a:rPr lang="de-AT">
                <a:solidFill>
                  <a:srgbClr val="FFFFFF"/>
                </a:solidFill>
              </a:rPr>
              <a:t>Laurenz Berchtold</a:t>
            </a:r>
          </a:p>
        </p:txBody>
      </p:sp>
    </p:spTree>
    <p:extLst>
      <p:ext uri="{BB962C8B-B14F-4D97-AF65-F5344CB8AC3E}">
        <p14:creationId xmlns:p14="http://schemas.microsoft.com/office/powerpoint/2010/main" val="554730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13D32D8-A181-64FB-ECA4-62026D93339A}"/>
              </a:ext>
            </a:extLst>
          </p:cNvPr>
          <p:cNvSpPr>
            <a:spLocks noGrp="1"/>
          </p:cNvSpPr>
          <p:nvPr>
            <p:ph type="title"/>
          </p:nvPr>
        </p:nvSpPr>
        <p:spPr/>
        <p:txBody>
          <a:bodyPr/>
          <a:lstStyle/>
          <a:p>
            <a:r>
              <a:rPr lang="de-DE" dirty="0"/>
              <a:t>Überblick</a:t>
            </a:r>
            <a:endParaRPr lang="de-AT" dirty="0"/>
          </a:p>
        </p:txBody>
      </p:sp>
      <p:graphicFrame>
        <p:nvGraphicFramePr>
          <p:cNvPr id="12" name="Inhaltsplatzhalter 2">
            <a:extLst>
              <a:ext uri="{FF2B5EF4-FFF2-40B4-BE49-F238E27FC236}">
                <a16:creationId xmlns:a16="http://schemas.microsoft.com/office/drawing/2014/main" id="{CE7C97C4-F2E9-2FC6-A159-B9E76981CF75}"/>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975699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2957AE4-3F20-97CB-6615-DA3D82EC846F}"/>
              </a:ext>
            </a:extLst>
          </p:cNvPr>
          <p:cNvSpPr>
            <a:spLocks noGrp="1"/>
          </p:cNvSpPr>
          <p:nvPr>
            <p:ph type="title"/>
          </p:nvPr>
        </p:nvSpPr>
        <p:spPr/>
        <p:txBody>
          <a:bodyPr/>
          <a:lstStyle/>
          <a:p>
            <a:r>
              <a:rPr lang="de-DE" b="1" dirty="0"/>
              <a:t>Rückblick</a:t>
            </a:r>
            <a:endParaRPr lang="de-AT" b="1" dirty="0"/>
          </a:p>
        </p:txBody>
      </p:sp>
      <p:sp>
        <p:nvSpPr>
          <p:cNvPr id="3" name="Inhaltsplatzhalter 2">
            <a:extLst>
              <a:ext uri="{FF2B5EF4-FFF2-40B4-BE49-F238E27FC236}">
                <a16:creationId xmlns:a16="http://schemas.microsoft.com/office/drawing/2014/main" id="{AE0A1628-905C-4437-FB9E-1B856B6AC29B}"/>
              </a:ext>
            </a:extLst>
          </p:cNvPr>
          <p:cNvSpPr>
            <a:spLocks noGrp="1"/>
          </p:cNvSpPr>
          <p:nvPr>
            <p:ph idx="1"/>
          </p:nvPr>
        </p:nvSpPr>
        <p:spPr>
          <a:xfrm>
            <a:off x="838200" y="1501775"/>
            <a:ext cx="10515600" cy="4351338"/>
          </a:xfrm>
        </p:spPr>
        <p:txBody>
          <a:bodyPr>
            <a:normAutofit fontScale="92500" lnSpcReduction="10000"/>
          </a:bodyPr>
          <a:lstStyle/>
          <a:p>
            <a:pPr>
              <a:buNone/>
            </a:pPr>
            <a:r>
              <a:rPr lang="de-DE" sz="1800" b="1" dirty="0"/>
              <a:t>Übergeordnetes Ziel des Projekts</a:t>
            </a:r>
          </a:p>
          <a:p>
            <a:r>
              <a:rPr lang="de-DE" sz="1600" dirty="0"/>
              <a:t>Entwicklung eines Prototyp-Webshops für die Firma Berchtold Holzbauplan</a:t>
            </a:r>
          </a:p>
          <a:p>
            <a:r>
              <a:rPr lang="de-DE" sz="1600" dirty="0"/>
              <a:t>Ziel: Eine erste Testumgebung zur Darstellung der Grundstruktur des Webshops bereitzustellen </a:t>
            </a:r>
          </a:p>
          <a:p>
            <a:r>
              <a:rPr lang="de-DE" sz="1600" dirty="0"/>
              <a:t>Nutzer können im Prototyp verfügbare Materialien ansehen, nach Produkten suchen, die Menge wählen und sie zum Warenkorb hinzufügen.</a:t>
            </a:r>
          </a:p>
          <a:p>
            <a:pPr marL="0" indent="0">
              <a:buNone/>
            </a:pPr>
            <a:endParaRPr lang="de-AT" sz="2000" dirty="0"/>
          </a:p>
          <a:p>
            <a:pPr>
              <a:buNone/>
            </a:pPr>
            <a:r>
              <a:rPr lang="de-DE" sz="1800" b="1" dirty="0"/>
              <a:t>Ergebnisse aus Sprint 1</a:t>
            </a:r>
          </a:p>
          <a:p>
            <a:r>
              <a:rPr lang="de-DE" sz="1600" dirty="0"/>
              <a:t>Definition der grundlegenden Projektidee und Ziele</a:t>
            </a:r>
          </a:p>
          <a:p>
            <a:r>
              <a:rPr lang="de-DE" sz="1600" dirty="0"/>
              <a:t>Jira zur Verwaltung von Aufgaben und Sprints verwendet</a:t>
            </a:r>
          </a:p>
          <a:p>
            <a:r>
              <a:rPr lang="de-DE" sz="1600" dirty="0"/>
              <a:t>Erstellung eines ersten Design- und Datenbankentwurfs für den Webshop</a:t>
            </a:r>
          </a:p>
          <a:p>
            <a:pPr marL="0" indent="0">
              <a:buNone/>
            </a:pPr>
            <a:endParaRPr lang="de-AT" sz="2000" dirty="0"/>
          </a:p>
          <a:p>
            <a:pPr>
              <a:buNone/>
            </a:pPr>
            <a:r>
              <a:rPr lang="de-DE" sz="1800" b="1" dirty="0"/>
              <a:t>Entscheidungen</a:t>
            </a:r>
          </a:p>
          <a:p>
            <a:r>
              <a:rPr lang="de-DE" sz="1600" dirty="0"/>
              <a:t>Entscheidung über Programmiersprache (C#) </a:t>
            </a:r>
          </a:p>
          <a:p>
            <a:r>
              <a:rPr lang="de-DE" sz="1600" dirty="0"/>
              <a:t>Entwicklungsumgebung festgelegt (.NET Blazor)</a:t>
            </a:r>
          </a:p>
          <a:p>
            <a:pPr marL="0" indent="0">
              <a:buNone/>
            </a:pPr>
            <a:endParaRPr lang="de-DE" sz="1600" dirty="0"/>
          </a:p>
          <a:p>
            <a:pPr marL="0" indent="0">
              <a:buNone/>
            </a:pPr>
            <a:endParaRPr lang="de-AT" sz="2000" dirty="0"/>
          </a:p>
        </p:txBody>
      </p:sp>
    </p:spTree>
    <p:extLst>
      <p:ext uri="{BB962C8B-B14F-4D97-AF65-F5344CB8AC3E}">
        <p14:creationId xmlns:p14="http://schemas.microsoft.com/office/powerpoint/2010/main" val="21971002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D5E67C1-B367-A32D-7BCA-611FA20F0619}"/>
              </a:ext>
            </a:extLst>
          </p:cNvPr>
          <p:cNvSpPr>
            <a:spLocks noGrp="1"/>
          </p:cNvSpPr>
          <p:nvPr>
            <p:ph type="title"/>
          </p:nvPr>
        </p:nvSpPr>
        <p:spPr/>
        <p:txBody>
          <a:bodyPr/>
          <a:lstStyle/>
          <a:p>
            <a:r>
              <a:rPr lang="de-DE" b="1" dirty="0"/>
              <a:t>Ziele</a:t>
            </a:r>
            <a:endParaRPr lang="de-AT" b="1" dirty="0"/>
          </a:p>
        </p:txBody>
      </p:sp>
      <p:sp>
        <p:nvSpPr>
          <p:cNvPr id="3" name="Inhaltsplatzhalter 2">
            <a:extLst>
              <a:ext uri="{FF2B5EF4-FFF2-40B4-BE49-F238E27FC236}">
                <a16:creationId xmlns:a16="http://schemas.microsoft.com/office/drawing/2014/main" id="{E01F26E3-5CAF-DAA8-5EFB-834EBE54D574}"/>
              </a:ext>
            </a:extLst>
          </p:cNvPr>
          <p:cNvSpPr>
            <a:spLocks noGrp="1"/>
          </p:cNvSpPr>
          <p:nvPr>
            <p:ph idx="1"/>
          </p:nvPr>
        </p:nvSpPr>
        <p:spPr>
          <a:xfrm>
            <a:off x="838200" y="1538288"/>
            <a:ext cx="10515600" cy="4351338"/>
          </a:xfrm>
        </p:spPr>
        <p:txBody>
          <a:bodyPr>
            <a:normAutofit fontScale="92500" lnSpcReduction="10000"/>
          </a:bodyPr>
          <a:lstStyle/>
          <a:p>
            <a:pPr marL="0" indent="0">
              <a:buNone/>
            </a:pPr>
            <a:r>
              <a:rPr lang="de-DE" sz="2400" b="1" dirty="0"/>
              <a:t>Sprintziel </a:t>
            </a:r>
            <a:endParaRPr lang="de-DE" sz="2400" dirty="0"/>
          </a:p>
          <a:p>
            <a:r>
              <a:rPr lang="de-DE" sz="1600" dirty="0" err="1"/>
              <a:t>Nutzer:innen</a:t>
            </a:r>
            <a:r>
              <a:rPr lang="de-DE" sz="1600" dirty="0"/>
              <a:t> sollen sich registrieren und anmelden können</a:t>
            </a:r>
          </a:p>
          <a:p>
            <a:pPr>
              <a:buFont typeface="Arial" panose="020B0604020202020204" pitchFamily="34" charset="0"/>
              <a:buChar char="•"/>
            </a:pPr>
            <a:r>
              <a:rPr lang="de-DE" sz="1600" dirty="0"/>
              <a:t>Entwicklung eines funktionierenden Prototyps zur Anzeige und Auswahl verfügbarer Materialien</a:t>
            </a:r>
          </a:p>
          <a:p>
            <a:r>
              <a:rPr lang="de-DE" sz="1600" dirty="0"/>
              <a:t>Fokus liegt auf der Materialübersicht sowie den ersten Interaktionsmöglichkeiten (z. B. Materialdetails ansehen, Material zur Merkliste/Warenkorb hinzufügen)</a:t>
            </a:r>
          </a:p>
          <a:p>
            <a:pPr marL="0" indent="0">
              <a:buNone/>
            </a:pPr>
            <a:endParaRPr lang="de-DE" sz="1600" dirty="0"/>
          </a:p>
          <a:p>
            <a:pPr marL="0" indent="0">
              <a:buNone/>
            </a:pPr>
            <a:r>
              <a:rPr lang="de-DE" sz="2400" b="1" dirty="0"/>
              <a:t>Wichtigste User Stories / Tasks</a:t>
            </a:r>
          </a:p>
          <a:p>
            <a:pPr>
              <a:buFont typeface="Arial" panose="020B0604020202020204" pitchFamily="34" charset="0"/>
              <a:buChar char="•"/>
            </a:pPr>
            <a:r>
              <a:rPr lang="de-AT" sz="1600" dirty="0"/>
              <a:t>Home Page </a:t>
            </a:r>
          </a:p>
          <a:p>
            <a:pPr>
              <a:buFont typeface="Arial" panose="020B0604020202020204" pitchFamily="34" charset="0"/>
              <a:buChar char="•"/>
            </a:pPr>
            <a:r>
              <a:rPr lang="de-AT" sz="1600" dirty="0"/>
              <a:t>Login- und Registrierungsseite</a:t>
            </a:r>
          </a:p>
          <a:p>
            <a:pPr>
              <a:buFont typeface="Arial" panose="020B0604020202020204" pitchFamily="34" charset="0"/>
              <a:buChar char="•"/>
            </a:pPr>
            <a:r>
              <a:rPr lang="de-DE" sz="1600" dirty="0"/>
              <a:t>Produkt-Details Page</a:t>
            </a:r>
          </a:p>
          <a:p>
            <a:pPr>
              <a:buFont typeface="Arial" panose="020B0604020202020204" pitchFamily="34" charset="0"/>
              <a:buChar char="•"/>
            </a:pPr>
            <a:r>
              <a:rPr lang="de-DE" sz="1600" dirty="0"/>
              <a:t>Admin Page zur Produktverwaltung</a:t>
            </a:r>
          </a:p>
          <a:p>
            <a:pPr>
              <a:buFont typeface="Arial" panose="020B0604020202020204" pitchFamily="34" charset="0"/>
              <a:buChar char="•"/>
            </a:pPr>
            <a:r>
              <a:rPr lang="de-DE" sz="1600" dirty="0"/>
              <a:t>Admin Page zur Kategorienverwaltung</a:t>
            </a:r>
          </a:p>
          <a:p>
            <a:pPr>
              <a:buFont typeface="Arial" panose="020B0604020202020204" pitchFamily="34" charset="0"/>
              <a:buChar char="•"/>
            </a:pPr>
            <a:r>
              <a:rPr lang="de-DE" sz="1600" dirty="0"/>
              <a:t>Über uns Page</a:t>
            </a:r>
          </a:p>
          <a:p>
            <a:pPr>
              <a:buFont typeface="Arial" panose="020B0604020202020204" pitchFamily="34" charset="0"/>
              <a:buChar char="•"/>
            </a:pPr>
            <a:r>
              <a:rPr lang="de-DE" sz="1600" dirty="0"/>
              <a:t>Kontakt Page</a:t>
            </a:r>
          </a:p>
          <a:p>
            <a:pPr>
              <a:buFont typeface="Arial" panose="020B0604020202020204" pitchFamily="34" charset="0"/>
              <a:buChar char="•"/>
            </a:pPr>
            <a:endParaRPr lang="de-DE" sz="1600" dirty="0"/>
          </a:p>
        </p:txBody>
      </p:sp>
    </p:spTree>
    <p:extLst>
      <p:ext uri="{BB962C8B-B14F-4D97-AF65-F5344CB8AC3E}">
        <p14:creationId xmlns:p14="http://schemas.microsoft.com/office/powerpoint/2010/main" val="24131786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648F82-4196-366D-9FEC-C625521C9EF3}"/>
              </a:ext>
            </a:extLst>
          </p:cNvPr>
          <p:cNvSpPr>
            <a:spLocks noGrp="1"/>
          </p:cNvSpPr>
          <p:nvPr>
            <p:ph type="title"/>
          </p:nvPr>
        </p:nvSpPr>
        <p:spPr/>
        <p:txBody>
          <a:bodyPr/>
          <a:lstStyle/>
          <a:p>
            <a:r>
              <a:rPr lang="de-DE" b="1" dirty="0"/>
              <a:t>Sprint 2</a:t>
            </a:r>
            <a:endParaRPr lang="de-AT" b="1" dirty="0"/>
          </a:p>
        </p:txBody>
      </p:sp>
      <p:sp>
        <p:nvSpPr>
          <p:cNvPr id="3" name="Inhaltsplatzhalter 2">
            <a:extLst>
              <a:ext uri="{FF2B5EF4-FFF2-40B4-BE49-F238E27FC236}">
                <a16:creationId xmlns:a16="http://schemas.microsoft.com/office/drawing/2014/main" id="{4F2D5D82-AF15-98DA-15CB-C0A6994FAD5B}"/>
              </a:ext>
            </a:extLst>
          </p:cNvPr>
          <p:cNvSpPr>
            <a:spLocks noGrp="1"/>
          </p:cNvSpPr>
          <p:nvPr>
            <p:ph idx="1"/>
          </p:nvPr>
        </p:nvSpPr>
        <p:spPr>
          <a:xfrm>
            <a:off x="838200" y="1568450"/>
            <a:ext cx="10515600" cy="4351338"/>
          </a:xfrm>
        </p:spPr>
        <p:txBody>
          <a:bodyPr>
            <a:normAutofit fontScale="85000" lnSpcReduction="20000"/>
          </a:bodyPr>
          <a:lstStyle/>
          <a:p>
            <a:pPr>
              <a:buNone/>
            </a:pPr>
            <a:r>
              <a:rPr lang="de-DE" b="1" dirty="0"/>
              <a:t>Ziele:</a:t>
            </a:r>
            <a:endParaRPr lang="de-DE" dirty="0"/>
          </a:p>
          <a:p>
            <a:pPr>
              <a:buFont typeface="Arial" panose="020B0604020202020204" pitchFamily="34" charset="0"/>
              <a:buChar char="•"/>
            </a:pPr>
            <a:r>
              <a:rPr lang="de-DE" dirty="0"/>
              <a:t>Geplantes Design umsetzen und implementieren</a:t>
            </a:r>
          </a:p>
          <a:p>
            <a:pPr>
              <a:buFont typeface="Arial" panose="020B0604020202020204" pitchFamily="34" charset="0"/>
              <a:buChar char="•"/>
            </a:pPr>
            <a:r>
              <a:rPr lang="de-DE" dirty="0"/>
              <a:t>User Stories aus verschiedenen Sichten planen und ergänzen</a:t>
            </a:r>
          </a:p>
          <a:p>
            <a:r>
              <a:rPr lang="de-DE" dirty="0"/>
              <a:t>Datenbankkonzept finalisieren und in SQLite strukturell umsetzen, inklusive Anbindung über Entity Framework</a:t>
            </a:r>
          </a:p>
          <a:p>
            <a:pPr marL="0" indent="0">
              <a:buNone/>
            </a:pPr>
            <a:endParaRPr lang="de-DE" dirty="0"/>
          </a:p>
          <a:p>
            <a:pPr>
              <a:buNone/>
            </a:pPr>
            <a:r>
              <a:rPr lang="de-DE" b="1" dirty="0"/>
              <a:t>Product </a:t>
            </a:r>
            <a:r>
              <a:rPr lang="de-DE" b="1" dirty="0" err="1"/>
              <a:t>Increments</a:t>
            </a:r>
            <a:r>
              <a:rPr lang="de-DE" b="1" dirty="0"/>
              <a:t>:</a:t>
            </a:r>
            <a:endParaRPr lang="de-DE" dirty="0"/>
          </a:p>
          <a:p>
            <a:pPr>
              <a:buFont typeface="Arial" panose="020B0604020202020204" pitchFamily="34" charset="0"/>
              <a:buChar char="•"/>
            </a:pPr>
            <a:r>
              <a:rPr lang="de-DE" dirty="0"/>
              <a:t>Das geplante Design wurde basierend auf dem Entwurf erstellt und bereitgestellt.</a:t>
            </a:r>
          </a:p>
          <a:p>
            <a:pPr>
              <a:buFont typeface="Arial" panose="020B0604020202020204" pitchFamily="34" charset="0"/>
              <a:buChar char="•"/>
            </a:pPr>
            <a:r>
              <a:rPr lang="de-DE" dirty="0"/>
              <a:t>User Stories aus unterschiedlichen Perspektiven wurden formuliert und bekannt gegeben</a:t>
            </a:r>
          </a:p>
          <a:p>
            <a:pPr>
              <a:buFont typeface="Arial" panose="020B0604020202020204" pitchFamily="34" charset="0"/>
              <a:buChar char="•"/>
            </a:pPr>
            <a:r>
              <a:rPr lang="de-DE" dirty="0"/>
              <a:t>Ein erstes SQL-Skript zur Grundstruktur der SQLite-Datenbank wurde erstellt</a:t>
            </a:r>
          </a:p>
        </p:txBody>
      </p:sp>
    </p:spTree>
    <p:extLst>
      <p:ext uri="{BB962C8B-B14F-4D97-AF65-F5344CB8AC3E}">
        <p14:creationId xmlns:p14="http://schemas.microsoft.com/office/powerpoint/2010/main" val="28492303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3C54F4CE-85F0-46ED-80DA-9518C9251A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DADD1FCA-8ACB-4958-81DD-4CDD6D3E1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5802086" cy="6858000"/>
          </a:xfrm>
          <a:custGeom>
            <a:avLst/>
            <a:gdLst>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6695 w 5734864"/>
              <a:gd name="connsiteY13" fmla="*/ 1035077 h 6858000"/>
              <a:gd name="connsiteX14" fmla="*/ 847865 w 5734864"/>
              <a:gd name="connsiteY14" fmla="*/ 1070795 h 6858000"/>
              <a:gd name="connsiteX15" fmla="*/ 862786 w 5734864"/>
              <a:gd name="connsiteY15" fmla="*/ 1238994 h 6858000"/>
              <a:gd name="connsiteX16" fmla="*/ 859345 w 5734864"/>
              <a:gd name="connsiteY16" fmla="*/ 1380427 h 6858000"/>
              <a:gd name="connsiteX17" fmla="*/ 855172 w 5734864"/>
              <a:gd name="connsiteY17" fmla="*/ 1435262 h 6858000"/>
              <a:gd name="connsiteX18" fmla="*/ 860494 w 5734864"/>
              <a:gd name="connsiteY18" fmla="*/ 1453861 h 6858000"/>
              <a:gd name="connsiteX19" fmla="*/ 853731 w 5734864"/>
              <a:gd name="connsiteY19" fmla="*/ 1467047 h 6858000"/>
              <a:gd name="connsiteX20" fmla="*/ 845847 w 5734864"/>
              <a:gd name="connsiteY20" fmla="*/ 1502307 h 6858000"/>
              <a:gd name="connsiteX21" fmla="*/ 817613 w 5734864"/>
              <a:gd name="connsiteY21" fmla="*/ 1565166 h 6858000"/>
              <a:gd name="connsiteX22" fmla="*/ 804223 w 5734864"/>
              <a:gd name="connsiteY22" fmla="*/ 1601941 h 6858000"/>
              <a:gd name="connsiteX23" fmla="*/ 791773 w 5734864"/>
              <a:gd name="connsiteY23" fmla="*/ 1627005 h 6858000"/>
              <a:gd name="connsiteX24" fmla="*/ 774645 w 5734864"/>
              <a:gd name="connsiteY24" fmla="*/ 1699922 h 6858000"/>
              <a:gd name="connsiteX25" fmla="*/ 752343 w 5734864"/>
              <a:gd name="connsiteY25" fmla="*/ 1824604 h 6858000"/>
              <a:gd name="connsiteX26" fmla="*/ 746254 w 5734864"/>
              <a:gd name="connsiteY26" fmla="*/ 1850222 h 6858000"/>
              <a:gd name="connsiteX27" fmla="*/ 728600 w 5734864"/>
              <a:gd name="connsiteY27" fmla="*/ 1869603 h 6858000"/>
              <a:gd name="connsiteX28" fmla="*/ 724396 w 5734864"/>
              <a:gd name="connsiteY28" fmla="*/ 1883104 h 6858000"/>
              <a:gd name="connsiteX29" fmla="*/ 722165 w 5734864"/>
              <a:gd name="connsiteY29" fmla="*/ 1885924 h 6858000"/>
              <a:gd name="connsiteX30" fmla="*/ 721338 w 5734864"/>
              <a:gd name="connsiteY30" fmla="*/ 1887123 h 6858000"/>
              <a:gd name="connsiteX31" fmla="*/ 714840 w 5734864"/>
              <a:gd name="connsiteY31" fmla="*/ 1902274 h 6858000"/>
              <a:gd name="connsiteX32" fmla="*/ 722847 w 5734864"/>
              <a:gd name="connsiteY32" fmla="*/ 1929891 h 6858000"/>
              <a:gd name="connsiteX33" fmla="*/ 719647 w 5734864"/>
              <a:gd name="connsiteY33" fmla="*/ 1936120 h 6858000"/>
              <a:gd name="connsiteX34" fmla="*/ 714660 w 5734864"/>
              <a:gd name="connsiteY34" fmla="*/ 1982709 h 6858000"/>
              <a:gd name="connsiteX35" fmla="*/ 710759 w 5734864"/>
              <a:gd name="connsiteY35" fmla="*/ 2013010 h 6858000"/>
              <a:gd name="connsiteX36" fmla="*/ 697927 w 5734864"/>
              <a:gd name="connsiteY36" fmla="*/ 2069833 h 6858000"/>
              <a:gd name="connsiteX37" fmla="*/ 693594 w 5734864"/>
              <a:gd name="connsiteY37" fmla="*/ 2103731 h 6858000"/>
              <a:gd name="connsiteX38" fmla="*/ 691109 w 5734864"/>
              <a:gd name="connsiteY38" fmla="*/ 2124027 h 6858000"/>
              <a:gd name="connsiteX39" fmla="*/ 676593 w 5734864"/>
              <a:gd name="connsiteY39" fmla="*/ 2176182 h 6858000"/>
              <a:gd name="connsiteX40" fmla="*/ 633227 w 5734864"/>
              <a:gd name="connsiteY40" fmla="*/ 2258036 h 6858000"/>
              <a:gd name="connsiteX41" fmla="*/ 625564 w 5734864"/>
              <a:gd name="connsiteY41" fmla="*/ 2284567 h 6858000"/>
              <a:gd name="connsiteX42" fmla="*/ 627074 w 5734864"/>
              <a:gd name="connsiteY42" fmla="*/ 2289605 h 6858000"/>
              <a:gd name="connsiteX43" fmla="*/ 614574 w 5734864"/>
              <a:gd name="connsiteY43" fmla="*/ 2308717 h 6858000"/>
              <a:gd name="connsiteX44" fmla="*/ 606890 w 5734864"/>
              <a:gd name="connsiteY44" fmla="*/ 2320662 h 6858000"/>
              <a:gd name="connsiteX45" fmla="*/ 605558 w 5734864"/>
              <a:gd name="connsiteY45" fmla="*/ 2327897 h 6858000"/>
              <a:gd name="connsiteX46" fmla="*/ 602202 w 5734864"/>
              <a:gd name="connsiteY46" fmla="*/ 2357749 h 6858000"/>
              <a:gd name="connsiteX47" fmla="*/ 600213 w 5734864"/>
              <a:gd name="connsiteY47" fmla="*/ 2364905 h 6858000"/>
              <a:gd name="connsiteX48" fmla="*/ 597160 w 5734864"/>
              <a:gd name="connsiteY48" fmla="*/ 2388351 h 6858000"/>
              <a:gd name="connsiteX49" fmla="*/ 597982 w 5734864"/>
              <a:gd name="connsiteY49" fmla="*/ 2402296 h 6858000"/>
              <a:gd name="connsiteX50" fmla="*/ 593150 w 5734864"/>
              <a:gd name="connsiteY50" fmla="*/ 2420015 h 6858000"/>
              <a:gd name="connsiteX51" fmla="*/ 592833 w 5734864"/>
              <a:gd name="connsiteY51" fmla="*/ 2422749 h 6858000"/>
              <a:gd name="connsiteX52" fmla="*/ 594479 w 5734864"/>
              <a:gd name="connsiteY52" fmla="*/ 2426002 h 6858000"/>
              <a:gd name="connsiteX53" fmla="*/ 591963 w 5734864"/>
              <a:gd name="connsiteY53" fmla="*/ 2431950 h 6858000"/>
              <a:gd name="connsiteX54" fmla="*/ 591544 w 5734864"/>
              <a:gd name="connsiteY54" fmla="*/ 2433897 h 6858000"/>
              <a:gd name="connsiteX55" fmla="*/ 589519 w 5734864"/>
              <a:gd name="connsiteY55" fmla="*/ 2451398 h 6858000"/>
              <a:gd name="connsiteX56" fmla="*/ 590037 w 5734864"/>
              <a:gd name="connsiteY56" fmla="*/ 2455536 h 6858000"/>
              <a:gd name="connsiteX57" fmla="*/ 588179 w 5734864"/>
              <a:gd name="connsiteY57" fmla="*/ 2462981 h 6858000"/>
              <a:gd name="connsiteX58" fmla="*/ 583434 w 5734864"/>
              <a:gd name="connsiteY58" fmla="*/ 2503991 h 6858000"/>
              <a:gd name="connsiteX59" fmla="*/ 567942 w 5734864"/>
              <a:gd name="connsiteY59" fmla="*/ 2652936 h 6858000"/>
              <a:gd name="connsiteX60" fmla="*/ 573869 w 5734864"/>
              <a:gd name="connsiteY60" fmla="*/ 2670188 h 6858000"/>
              <a:gd name="connsiteX61" fmla="*/ 575243 w 5734864"/>
              <a:gd name="connsiteY61" fmla="*/ 2688114 h 6858000"/>
              <a:gd name="connsiteX62" fmla="*/ 573824 w 5734864"/>
              <a:gd name="connsiteY62" fmla="*/ 2689856 h 6858000"/>
              <a:gd name="connsiteX63" fmla="*/ 570699 w 5734864"/>
              <a:gd name="connsiteY63" fmla="*/ 2709353 h 6858000"/>
              <a:gd name="connsiteX64" fmla="*/ 573192 w 5734864"/>
              <a:gd name="connsiteY64" fmla="*/ 2714527 h 6858000"/>
              <a:gd name="connsiteX65" fmla="*/ 572044 w 5734864"/>
              <a:gd name="connsiteY65" fmla="*/ 2728187 h 6858000"/>
              <a:gd name="connsiteX66" fmla="*/ 572465 w 5734864"/>
              <a:gd name="connsiteY66" fmla="*/ 2755863 h 6858000"/>
              <a:gd name="connsiteX67" fmla="*/ 570028 w 5734864"/>
              <a:gd name="connsiteY67" fmla="*/ 2760324 h 6858000"/>
              <a:gd name="connsiteX68" fmla="*/ 566748 w 5734864"/>
              <a:gd name="connsiteY68" fmla="*/ 2800948 h 6858000"/>
              <a:gd name="connsiteX69" fmla="*/ 565509 w 5734864"/>
              <a:gd name="connsiteY69" fmla="*/ 2801167 h 6858000"/>
              <a:gd name="connsiteX70" fmla="*/ 559367 w 5734864"/>
              <a:gd name="connsiteY70" fmla="*/ 2811129 h 6858000"/>
              <a:gd name="connsiteX71" fmla="*/ 550354 w 5734864"/>
              <a:gd name="connsiteY71" fmla="*/ 2830949 h 6858000"/>
              <a:gd name="connsiteX72" fmla="*/ 514795 w 5734864"/>
              <a:gd name="connsiteY72" fmla="*/ 2872433 h 6858000"/>
              <a:gd name="connsiteX73" fmla="*/ 509875 w 5734864"/>
              <a:gd name="connsiteY73" fmla="*/ 2923099 h 6858000"/>
              <a:gd name="connsiteX74" fmla="*/ 509577 w 5734864"/>
              <a:gd name="connsiteY74" fmla="*/ 2923197 h 6858000"/>
              <a:gd name="connsiteX75" fmla="*/ 507597 w 5734864"/>
              <a:gd name="connsiteY75" fmla="*/ 2931868 h 6858000"/>
              <a:gd name="connsiteX76" fmla="*/ 507379 w 5734864"/>
              <a:gd name="connsiteY76" fmla="*/ 2938322 h 6858000"/>
              <a:gd name="connsiteX77" fmla="*/ 504725 w 5734864"/>
              <a:gd name="connsiteY77" fmla="*/ 2954519 h 6858000"/>
              <a:gd name="connsiteX78" fmla="*/ 502018 w 5734864"/>
              <a:gd name="connsiteY78" fmla="*/ 2959643 h 6858000"/>
              <a:gd name="connsiteX79" fmla="*/ 498360 w 5734864"/>
              <a:gd name="connsiteY79" fmla="*/ 2961019 h 6858000"/>
              <a:gd name="connsiteX80" fmla="*/ 498483 w 5734864"/>
              <a:gd name="connsiteY80" fmla="*/ 2962590 h 6858000"/>
              <a:gd name="connsiteX81" fmla="*/ 484403 w 5734864"/>
              <a:gd name="connsiteY81" fmla="*/ 2990538 h 6858000"/>
              <a:gd name="connsiteX82" fmla="*/ 463075 w 5734864"/>
              <a:gd name="connsiteY82" fmla="*/ 3055956 h 6858000"/>
              <a:gd name="connsiteX83" fmla="*/ 455013 w 5734864"/>
              <a:gd name="connsiteY83" fmla="*/ 3094482 h 6858000"/>
              <a:gd name="connsiteX84" fmla="*/ 428391 w 5734864"/>
              <a:gd name="connsiteY84" fmla="*/ 3198850 h 6858000"/>
              <a:gd name="connsiteX85" fmla="*/ 401440 w 5734864"/>
              <a:gd name="connsiteY85" fmla="*/ 3307560 h 6858000"/>
              <a:gd name="connsiteX86" fmla="*/ 386076 w 5734864"/>
              <a:gd name="connsiteY86" fmla="*/ 3373943 h 6858000"/>
              <a:gd name="connsiteX87" fmla="*/ 374726 w 5734864"/>
              <a:gd name="connsiteY87" fmla="*/ 3381364 h 6858000"/>
              <a:gd name="connsiteX88" fmla="*/ 369145 w 5734864"/>
              <a:gd name="connsiteY88" fmla="*/ 3383729 h 6858000"/>
              <a:gd name="connsiteX89" fmla="*/ 364294 w 5734864"/>
              <a:gd name="connsiteY89" fmla="*/ 3414159 h 6858000"/>
              <a:gd name="connsiteX90" fmla="*/ 366450 w 5734864"/>
              <a:gd name="connsiteY90" fmla="*/ 3436925 h 6858000"/>
              <a:gd name="connsiteX91" fmla="*/ 351743 w 5734864"/>
              <a:gd name="connsiteY91" fmla="*/ 3521619 h 6858000"/>
              <a:gd name="connsiteX92" fmla="*/ 345784 w 5734864"/>
              <a:gd name="connsiteY92" fmla="*/ 3603757 h 6858000"/>
              <a:gd name="connsiteX93" fmla="*/ 344198 w 5734864"/>
              <a:gd name="connsiteY93" fmla="*/ 3652424 h 6858000"/>
              <a:gd name="connsiteX94" fmla="*/ 352450 w 5734864"/>
              <a:gd name="connsiteY94" fmla="*/ 3665222 h 6858000"/>
              <a:gd name="connsiteX95" fmla="*/ 342621 w 5734864"/>
              <a:gd name="connsiteY95" fmla="*/ 3700804 h 6858000"/>
              <a:gd name="connsiteX96" fmla="*/ 341514 w 5734864"/>
              <a:gd name="connsiteY96" fmla="*/ 3734774 h 6858000"/>
              <a:gd name="connsiteX97" fmla="*/ 340607 w 5734864"/>
              <a:gd name="connsiteY97" fmla="*/ 3785153 h 6858000"/>
              <a:gd name="connsiteX98" fmla="*/ 340707 w 5734864"/>
              <a:gd name="connsiteY98" fmla="*/ 3788177 h 6858000"/>
              <a:gd name="connsiteX99" fmla="*/ 340361 w 5734864"/>
              <a:gd name="connsiteY99" fmla="*/ 3798803 h 6858000"/>
              <a:gd name="connsiteX100" fmla="*/ 339642 w 5734864"/>
              <a:gd name="connsiteY100" fmla="*/ 3838750 h 6858000"/>
              <a:gd name="connsiteX101" fmla="*/ 360295 w 5734864"/>
              <a:gd name="connsiteY101" fmla="*/ 4015196 h 6858000"/>
              <a:gd name="connsiteX102" fmla="*/ 339043 w 5734864"/>
              <a:gd name="connsiteY102" fmla="*/ 4052778 h 6858000"/>
              <a:gd name="connsiteX103" fmla="*/ 339343 w 5734864"/>
              <a:gd name="connsiteY103" fmla="*/ 4096257 h 6858000"/>
              <a:gd name="connsiteX104" fmla="*/ 340786 w 5734864"/>
              <a:gd name="connsiteY104" fmla="*/ 4321136 h 6858000"/>
              <a:gd name="connsiteX105" fmla="*/ 343158 w 5734864"/>
              <a:gd name="connsiteY105" fmla="*/ 4429174 h 6858000"/>
              <a:gd name="connsiteX106" fmla="*/ 334599 w 5734864"/>
              <a:gd name="connsiteY106" fmla="*/ 4449938 h 6858000"/>
              <a:gd name="connsiteX107" fmla="*/ 332890 w 5734864"/>
              <a:gd name="connsiteY107" fmla="*/ 4453515 h 6858000"/>
              <a:gd name="connsiteX108" fmla="*/ 331105 w 5734864"/>
              <a:gd name="connsiteY108" fmla="*/ 4467941 h 6858000"/>
              <a:gd name="connsiteX109" fmla="*/ 324289 w 5734864"/>
              <a:gd name="connsiteY109" fmla="*/ 4471861 h 6858000"/>
              <a:gd name="connsiteX110" fmla="*/ 317079 w 5734864"/>
              <a:gd name="connsiteY110" fmla="*/ 4493468 h 6858000"/>
              <a:gd name="connsiteX111" fmla="*/ 315557 w 5734864"/>
              <a:gd name="connsiteY111" fmla="*/ 4520067 h 6858000"/>
              <a:gd name="connsiteX112" fmla="*/ 315240 w 5734864"/>
              <a:gd name="connsiteY112" fmla="*/ 4536872 h 6858000"/>
              <a:gd name="connsiteX113" fmla="*/ 316200 w 5734864"/>
              <a:gd name="connsiteY113" fmla="*/ 4538297 h 6858000"/>
              <a:gd name="connsiteX114" fmla="*/ 317507 w 5734864"/>
              <a:gd name="connsiteY114" fmla="*/ 4547582 h 6858000"/>
              <a:gd name="connsiteX115" fmla="*/ 323078 w 5734864"/>
              <a:gd name="connsiteY115" fmla="*/ 4592102 h 6858000"/>
              <a:gd name="connsiteX116" fmla="*/ 328722 w 5734864"/>
              <a:gd name="connsiteY116" fmla="*/ 4667914 h 6858000"/>
              <a:gd name="connsiteX117" fmla="*/ 335597 w 5734864"/>
              <a:gd name="connsiteY117" fmla="*/ 4695035 h 6858000"/>
              <a:gd name="connsiteX118" fmla="*/ 339485 w 5734864"/>
              <a:gd name="connsiteY118" fmla="*/ 4695979 h 6858000"/>
              <a:gd name="connsiteX119" fmla="*/ 341089 w 5734864"/>
              <a:gd name="connsiteY119" fmla="*/ 4704268 h 6858000"/>
              <a:gd name="connsiteX120" fmla="*/ 342177 w 5734864"/>
              <a:gd name="connsiteY120" fmla="*/ 4706060 h 6858000"/>
              <a:gd name="connsiteX121" fmla="*/ 347751 w 5734864"/>
              <a:gd name="connsiteY121" fmla="*/ 4716754 h 6858000"/>
              <a:gd name="connsiteX122" fmla="*/ 344125 w 5734864"/>
              <a:gd name="connsiteY122" fmla="*/ 4764669 h 6858000"/>
              <a:gd name="connsiteX123" fmla="*/ 340188 w 5734864"/>
              <a:gd name="connsiteY123" fmla="*/ 4779386 h 6858000"/>
              <a:gd name="connsiteX124" fmla="*/ 335146 w 5734864"/>
              <a:gd name="connsiteY124" fmla="*/ 4787491 h 6858000"/>
              <a:gd name="connsiteX125" fmla="*/ 319124 w 5734864"/>
              <a:gd name="connsiteY125" fmla="*/ 4843514 h 6858000"/>
              <a:gd name="connsiteX126" fmla="*/ 305956 w 5734864"/>
              <a:gd name="connsiteY126" fmla="*/ 4881505 h 6858000"/>
              <a:gd name="connsiteX127" fmla="*/ 301062 w 5734864"/>
              <a:gd name="connsiteY127" fmla="*/ 4889332 h 6858000"/>
              <a:gd name="connsiteX128" fmla="*/ 302141 w 5734864"/>
              <a:gd name="connsiteY128" fmla="*/ 4899400 h 6858000"/>
              <a:gd name="connsiteX129" fmla="*/ 304424 w 5734864"/>
              <a:gd name="connsiteY129" fmla="*/ 4902664 h 6858000"/>
              <a:gd name="connsiteX130" fmla="*/ 293123 w 5734864"/>
              <a:gd name="connsiteY130" fmla="*/ 4932769 h 6858000"/>
              <a:gd name="connsiteX131" fmla="*/ 292275 w 5734864"/>
              <a:gd name="connsiteY131" fmla="*/ 4936482 h 6858000"/>
              <a:gd name="connsiteX132" fmla="*/ 288304 w 5734864"/>
              <a:gd name="connsiteY132" fmla="*/ 4962325 h 6858000"/>
              <a:gd name="connsiteX133" fmla="*/ 287420 w 5734864"/>
              <a:gd name="connsiteY133" fmla="*/ 5042193 h 6858000"/>
              <a:gd name="connsiteX134" fmla="*/ 287020 w 5734864"/>
              <a:gd name="connsiteY134" fmla="*/ 5065655 h 6858000"/>
              <a:gd name="connsiteX135" fmla="*/ 288488 w 5734864"/>
              <a:gd name="connsiteY135" fmla="*/ 5082216 h 6858000"/>
              <a:gd name="connsiteX136" fmla="*/ 282763 w 5734864"/>
              <a:gd name="connsiteY136" fmla="*/ 5127114 h 6858000"/>
              <a:gd name="connsiteX137" fmla="*/ 269316 w 5734864"/>
              <a:gd name="connsiteY137" fmla="*/ 5202682 h 6858000"/>
              <a:gd name="connsiteX138" fmla="*/ 269174 w 5734864"/>
              <a:gd name="connsiteY138" fmla="*/ 5230835 h 6858000"/>
              <a:gd name="connsiteX139" fmla="*/ 272679 w 5734864"/>
              <a:gd name="connsiteY139" fmla="*/ 5232660 h 6858000"/>
              <a:gd name="connsiteX140" fmla="*/ 272160 w 5734864"/>
              <a:gd name="connsiteY140" fmla="*/ 5241150 h 6858000"/>
              <a:gd name="connsiteX141" fmla="*/ 272760 w 5734864"/>
              <a:gd name="connsiteY141" fmla="*/ 5243156 h 6858000"/>
              <a:gd name="connsiteX142" fmla="*/ 275462 w 5734864"/>
              <a:gd name="connsiteY142" fmla="*/ 5254919 h 6858000"/>
              <a:gd name="connsiteX143" fmla="*/ 262897 w 5734864"/>
              <a:gd name="connsiteY143" fmla="*/ 5286259 h 6858000"/>
              <a:gd name="connsiteX144" fmla="*/ 252761 w 5734864"/>
              <a:gd name="connsiteY144" fmla="*/ 5357801 h 6858000"/>
              <a:gd name="connsiteX145" fmla="*/ 242360 w 5734864"/>
              <a:gd name="connsiteY145" fmla="*/ 5460080 h 6858000"/>
              <a:gd name="connsiteX146" fmla="*/ 229880 w 5734864"/>
              <a:gd name="connsiteY146" fmla="*/ 5539714 h 6858000"/>
              <a:gd name="connsiteX147" fmla="*/ 204283 w 5734864"/>
              <a:gd name="connsiteY147" fmla="*/ 5639080 h 6858000"/>
              <a:gd name="connsiteX148" fmla="*/ 198948 w 5734864"/>
              <a:gd name="connsiteY148" fmla="*/ 5710958 h 6858000"/>
              <a:gd name="connsiteX149" fmla="*/ 192367 w 5734864"/>
              <a:gd name="connsiteY149" fmla="*/ 5719859 h 6858000"/>
              <a:gd name="connsiteX150" fmla="*/ 188035 w 5734864"/>
              <a:gd name="connsiteY150" fmla="*/ 5729935 h 6858000"/>
              <a:gd name="connsiteX151" fmla="*/ 188428 w 5734864"/>
              <a:gd name="connsiteY151" fmla="*/ 5731182 h 6858000"/>
              <a:gd name="connsiteX152" fmla="*/ 181635 w 5734864"/>
              <a:gd name="connsiteY152" fmla="*/ 5753538 h 6858000"/>
              <a:gd name="connsiteX153" fmla="*/ 169744 w 5734864"/>
              <a:gd name="connsiteY153" fmla="*/ 5796307 h 6858000"/>
              <a:gd name="connsiteX154" fmla="*/ 170351 w 5734864"/>
              <a:gd name="connsiteY154" fmla="*/ 5796644 h 6858000"/>
              <a:gd name="connsiteX155" fmla="*/ 171559 w 5734864"/>
              <a:gd name="connsiteY155" fmla="*/ 5803435 h 6858000"/>
              <a:gd name="connsiteX156" fmla="*/ 172284 w 5734864"/>
              <a:gd name="connsiteY156" fmla="*/ 5816391 h 6858000"/>
              <a:gd name="connsiteX157" fmla="*/ 182542 w 5734864"/>
              <a:gd name="connsiteY157" fmla="*/ 5846382 h 6858000"/>
              <a:gd name="connsiteX158" fmla="*/ 175877 w 5734864"/>
              <a:gd name="connsiteY158" fmla="*/ 5871336 h 6858000"/>
              <a:gd name="connsiteX159" fmla="*/ 174910 w 5734864"/>
              <a:gd name="connsiteY159" fmla="*/ 5876376 h 6858000"/>
              <a:gd name="connsiteX160" fmla="*/ 175047 w 5734864"/>
              <a:gd name="connsiteY160" fmla="*/ 5876483 h 6858000"/>
              <a:gd name="connsiteX161" fmla="*/ 174335 w 5734864"/>
              <a:gd name="connsiteY161" fmla="*/ 5881814 h 6858000"/>
              <a:gd name="connsiteX162" fmla="*/ 171273 w 5734864"/>
              <a:gd name="connsiteY162" fmla="*/ 5895339 h 6858000"/>
              <a:gd name="connsiteX163" fmla="*/ 171658 w 5734864"/>
              <a:gd name="connsiteY163" fmla="*/ 5898749 h 6858000"/>
              <a:gd name="connsiteX164" fmla="*/ 174658 w 5734864"/>
              <a:gd name="connsiteY164" fmla="*/ 5919558 h 6858000"/>
              <a:gd name="connsiteX165" fmla="*/ 169099 w 5734864"/>
              <a:gd name="connsiteY165" fmla="*/ 5984417 h 6858000"/>
              <a:gd name="connsiteX166" fmla="*/ 162007 w 5734864"/>
              <a:gd name="connsiteY166" fmla="*/ 6049043 h 6858000"/>
              <a:gd name="connsiteX167" fmla="*/ 156875 w 5734864"/>
              <a:gd name="connsiteY167" fmla="*/ 6114000 h 6858000"/>
              <a:gd name="connsiteX168" fmla="*/ 165441 w 5734864"/>
              <a:gd name="connsiteY168" fmla="*/ 6146938 h 6858000"/>
              <a:gd name="connsiteX169" fmla="*/ 165177 w 5734864"/>
              <a:gd name="connsiteY169" fmla="*/ 6150658 h 6858000"/>
              <a:gd name="connsiteX170" fmla="*/ 161772 w 5734864"/>
              <a:gd name="connsiteY170" fmla="*/ 6160011 h 6858000"/>
              <a:gd name="connsiteX171" fmla="*/ 160051 w 5734864"/>
              <a:gd name="connsiteY171" fmla="*/ 6163393 h 6858000"/>
              <a:gd name="connsiteX172" fmla="*/ 158473 w 5734864"/>
              <a:gd name="connsiteY172" fmla="*/ 6168628 h 6858000"/>
              <a:gd name="connsiteX173" fmla="*/ 158573 w 5734864"/>
              <a:gd name="connsiteY173" fmla="*/ 6168799 h 6858000"/>
              <a:gd name="connsiteX174" fmla="*/ 146463 w 5734864"/>
              <a:gd name="connsiteY174" fmla="*/ 6196671 h 6858000"/>
              <a:gd name="connsiteX175" fmla="*/ 150209 w 5734864"/>
              <a:gd name="connsiteY175" fmla="*/ 6232365 h 6858000"/>
              <a:gd name="connsiteX176" fmla="*/ 148544 w 5734864"/>
              <a:gd name="connsiteY176" fmla="*/ 6246162 h 6858000"/>
              <a:gd name="connsiteX177" fmla="*/ 148403 w 5734864"/>
              <a:gd name="connsiteY177" fmla="*/ 6253754 h 6858000"/>
              <a:gd name="connsiteX178" fmla="*/ 138880 w 5734864"/>
              <a:gd name="connsiteY178" fmla="*/ 6276449 h 6858000"/>
              <a:gd name="connsiteX179" fmla="*/ 138683 w 5734864"/>
              <a:gd name="connsiteY179" fmla="*/ 6279721 h 6858000"/>
              <a:gd name="connsiteX180" fmla="*/ 130721 w 5734864"/>
              <a:gd name="connsiteY180" fmla="*/ 6293675 h 6858000"/>
              <a:gd name="connsiteX181" fmla="*/ 120717 w 5734864"/>
              <a:gd name="connsiteY181" fmla="*/ 6313967 h 6858000"/>
              <a:gd name="connsiteX182" fmla="*/ 120841 w 5734864"/>
              <a:gd name="connsiteY182" fmla="*/ 6315437 h 6858000"/>
              <a:gd name="connsiteX183" fmla="*/ 115208 w 5734864"/>
              <a:gd name="connsiteY183" fmla="*/ 6324024 h 6858000"/>
              <a:gd name="connsiteX184" fmla="*/ 101217 w 5734864"/>
              <a:gd name="connsiteY184" fmla="*/ 6365923 h 6858000"/>
              <a:gd name="connsiteX185" fmla="*/ 74946 w 5734864"/>
              <a:gd name="connsiteY185" fmla="*/ 6556817 h 6858000"/>
              <a:gd name="connsiteX186" fmla="*/ 16001 w 5734864"/>
              <a:gd name="connsiteY186" fmla="*/ 6808678 h 6858000"/>
              <a:gd name="connsiteX187" fmla="*/ 0 w 5734864"/>
              <a:gd name="connsiteY187" fmla="*/ 6858000 h 6858000"/>
              <a:gd name="connsiteX188" fmla="*/ 5734864 w 5734864"/>
              <a:gd name="connsiteY188" fmla="*/ 6858000 h 6858000"/>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6695 w 5734864"/>
              <a:gd name="connsiteY13" fmla="*/ 1035077 h 6858000"/>
              <a:gd name="connsiteX14" fmla="*/ 847865 w 5734864"/>
              <a:gd name="connsiteY14" fmla="*/ 1070795 h 6858000"/>
              <a:gd name="connsiteX15" fmla="*/ 862786 w 5734864"/>
              <a:gd name="connsiteY15" fmla="*/ 1238994 h 6858000"/>
              <a:gd name="connsiteX16" fmla="*/ 859345 w 5734864"/>
              <a:gd name="connsiteY16" fmla="*/ 1380427 h 6858000"/>
              <a:gd name="connsiteX17" fmla="*/ 855172 w 5734864"/>
              <a:gd name="connsiteY17" fmla="*/ 1435262 h 6858000"/>
              <a:gd name="connsiteX18" fmla="*/ 860494 w 5734864"/>
              <a:gd name="connsiteY18" fmla="*/ 1453861 h 6858000"/>
              <a:gd name="connsiteX19" fmla="*/ 853731 w 5734864"/>
              <a:gd name="connsiteY19" fmla="*/ 1467047 h 6858000"/>
              <a:gd name="connsiteX20" fmla="*/ 845847 w 5734864"/>
              <a:gd name="connsiteY20" fmla="*/ 1502307 h 6858000"/>
              <a:gd name="connsiteX21" fmla="*/ 817613 w 5734864"/>
              <a:gd name="connsiteY21" fmla="*/ 1565166 h 6858000"/>
              <a:gd name="connsiteX22" fmla="*/ 804223 w 5734864"/>
              <a:gd name="connsiteY22" fmla="*/ 1601941 h 6858000"/>
              <a:gd name="connsiteX23" fmla="*/ 791773 w 5734864"/>
              <a:gd name="connsiteY23" fmla="*/ 1627005 h 6858000"/>
              <a:gd name="connsiteX24" fmla="*/ 774645 w 5734864"/>
              <a:gd name="connsiteY24" fmla="*/ 1699922 h 6858000"/>
              <a:gd name="connsiteX25" fmla="*/ 752343 w 5734864"/>
              <a:gd name="connsiteY25" fmla="*/ 1824604 h 6858000"/>
              <a:gd name="connsiteX26" fmla="*/ 746254 w 5734864"/>
              <a:gd name="connsiteY26" fmla="*/ 1850222 h 6858000"/>
              <a:gd name="connsiteX27" fmla="*/ 728600 w 5734864"/>
              <a:gd name="connsiteY27" fmla="*/ 1869603 h 6858000"/>
              <a:gd name="connsiteX28" fmla="*/ 724396 w 5734864"/>
              <a:gd name="connsiteY28" fmla="*/ 1883104 h 6858000"/>
              <a:gd name="connsiteX29" fmla="*/ 722165 w 5734864"/>
              <a:gd name="connsiteY29" fmla="*/ 1885924 h 6858000"/>
              <a:gd name="connsiteX30" fmla="*/ 721338 w 5734864"/>
              <a:gd name="connsiteY30" fmla="*/ 1887123 h 6858000"/>
              <a:gd name="connsiteX31" fmla="*/ 714840 w 5734864"/>
              <a:gd name="connsiteY31" fmla="*/ 1902274 h 6858000"/>
              <a:gd name="connsiteX32" fmla="*/ 722847 w 5734864"/>
              <a:gd name="connsiteY32" fmla="*/ 1929891 h 6858000"/>
              <a:gd name="connsiteX33" fmla="*/ 714660 w 5734864"/>
              <a:gd name="connsiteY33" fmla="*/ 1982709 h 6858000"/>
              <a:gd name="connsiteX34" fmla="*/ 710759 w 5734864"/>
              <a:gd name="connsiteY34" fmla="*/ 2013010 h 6858000"/>
              <a:gd name="connsiteX35" fmla="*/ 697927 w 5734864"/>
              <a:gd name="connsiteY35" fmla="*/ 2069833 h 6858000"/>
              <a:gd name="connsiteX36" fmla="*/ 693594 w 5734864"/>
              <a:gd name="connsiteY36" fmla="*/ 2103731 h 6858000"/>
              <a:gd name="connsiteX37" fmla="*/ 691109 w 5734864"/>
              <a:gd name="connsiteY37" fmla="*/ 2124027 h 6858000"/>
              <a:gd name="connsiteX38" fmla="*/ 676593 w 5734864"/>
              <a:gd name="connsiteY38" fmla="*/ 2176182 h 6858000"/>
              <a:gd name="connsiteX39" fmla="*/ 633227 w 5734864"/>
              <a:gd name="connsiteY39" fmla="*/ 2258036 h 6858000"/>
              <a:gd name="connsiteX40" fmla="*/ 625564 w 5734864"/>
              <a:gd name="connsiteY40" fmla="*/ 2284567 h 6858000"/>
              <a:gd name="connsiteX41" fmla="*/ 627074 w 5734864"/>
              <a:gd name="connsiteY41" fmla="*/ 2289605 h 6858000"/>
              <a:gd name="connsiteX42" fmla="*/ 614574 w 5734864"/>
              <a:gd name="connsiteY42" fmla="*/ 2308717 h 6858000"/>
              <a:gd name="connsiteX43" fmla="*/ 606890 w 5734864"/>
              <a:gd name="connsiteY43" fmla="*/ 2320662 h 6858000"/>
              <a:gd name="connsiteX44" fmla="*/ 605558 w 5734864"/>
              <a:gd name="connsiteY44" fmla="*/ 2327897 h 6858000"/>
              <a:gd name="connsiteX45" fmla="*/ 602202 w 5734864"/>
              <a:gd name="connsiteY45" fmla="*/ 2357749 h 6858000"/>
              <a:gd name="connsiteX46" fmla="*/ 600213 w 5734864"/>
              <a:gd name="connsiteY46" fmla="*/ 2364905 h 6858000"/>
              <a:gd name="connsiteX47" fmla="*/ 597160 w 5734864"/>
              <a:gd name="connsiteY47" fmla="*/ 2388351 h 6858000"/>
              <a:gd name="connsiteX48" fmla="*/ 597982 w 5734864"/>
              <a:gd name="connsiteY48" fmla="*/ 2402296 h 6858000"/>
              <a:gd name="connsiteX49" fmla="*/ 593150 w 5734864"/>
              <a:gd name="connsiteY49" fmla="*/ 2420015 h 6858000"/>
              <a:gd name="connsiteX50" fmla="*/ 592833 w 5734864"/>
              <a:gd name="connsiteY50" fmla="*/ 2422749 h 6858000"/>
              <a:gd name="connsiteX51" fmla="*/ 594479 w 5734864"/>
              <a:gd name="connsiteY51" fmla="*/ 2426002 h 6858000"/>
              <a:gd name="connsiteX52" fmla="*/ 591963 w 5734864"/>
              <a:gd name="connsiteY52" fmla="*/ 2431950 h 6858000"/>
              <a:gd name="connsiteX53" fmla="*/ 591544 w 5734864"/>
              <a:gd name="connsiteY53" fmla="*/ 2433897 h 6858000"/>
              <a:gd name="connsiteX54" fmla="*/ 589519 w 5734864"/>
              <a:gd name="connsiteY54" fmla="*/ 2451398 h 6858000"/>
              <a:gd name="connsiteX55" fmla="*/ 590037 w 5734864"/>
              <a:gd name="connsiteY55" fmla="*/ 2455536 h 6858000"/>
              <a:gd name="connsiteX56" fmla="*/ 588179 w 5734864"/>
              <a:gd name="connsiteY56" fmla="*/ 2462981 h 6858000"/>
              <a:gd name="connsiteX57" fmla="*/ 583434 w 5734864"/>
              <a:gd name="connsiteY57" fmla="*/ 2503991 h 6858000"/>
              <a:gd name="connsiteX58" fmla="*/ 567942 w 5734864"/>
              <a:gd name="connsiteY58" fmla="*/ 2652936 h 6858000"/>
              <a:gd name="connsiteX59" fmla="*/ 573869 w 5734864"/>
              <a:gd name="connsiteY59" fmla="*/ 2670188 h 6858000"/>
              <a:gd name="connsiteX60" fmla="*/ 575243 w 5734864"/>
              <a:gd name="connsiteY60" fmla="*/ 2688114 h 6858000"/>
              <a:gd name="connsiteX61" fmla="*/ 573824 w 5734864"/>
              <a:gd name="connsiteY61" fmla="*/ 2689856 h 6858000"/>
              <a:gd name="connsiteX62" fmla="*/ 570699 w 5734864"/>
              <a:gd name="connsiteY62" fmla="*/ 2709353 h 6858000"/>
              <a:gd name="connsiteX63" fmla="*/ 573192 w 5734864"/>
              <a:gd name="connsiteY63" fmla="*/ 2714527 h 6858000"/>
              <a:gd name="connsiteX64" fmla="*/ 572044 w 5734864"/>
              <a:gd name="connsiteY64" fmla="*/ 2728187 h 6858000"/>
              <a:gd name="connsiteX65" fmla="*/ 572465 w 5734864"/>
              <a:gd name="connsiteY65" fmla="*/ 2755863 h 6858000"/>
              <a:gd name="connsiteX66" fmla="*/ 570028 w 5734864"/>
              <a:gd name="connsiteY66" fmla="*/ 2760324 h 6858000"/>
              <a:gd name="connsiteX67" fmla="*/ 566748 w 5734864"/>
              <a:gd name="connsiteY67" fmla="*/ 2800948 h 6858000"/>
              <a:gd name="connsiteX68" fmla="*/ 565509 w 5734864"/>
              <a:gd name="connsiteY68" fmla="*/ 2801167 h 6858000"/>
              <a:gd name="connsiteX69" fmla="*/ 559367 w 5734864"/>
              <a:gd name="connsiteY69" fmla="*/ 2811129 h 6858000"/>
              <a:gd name="connsiteX70" fmla="*/ 550354 w 5734864"/>
              <a:gd name="connsiteY70" fmla="*/ 2830949 h 6858000"/>
              <a:gd name="connsiteX71" fmla="*/ 514795 w 5734864"/>
              <a:gd name="connsiteY71" fmla="*/ 2872433 h 6858000"/>
              <a:gd name="connsiteX72" fmla="*/ 509875 w 5734864"/>
              <a:gd name="connsiteY72" fmla="*/ 2923099 h 6858000"/>
              <a:gd name="connsiteX73" fmla="*/ 509577 w 5734864"/>
              <a:gd name="connsiteY73" fmla="*/ 2923197 h 6858000"/>
              <a:gd name="connsiteX74" fmla="*/ 507597 w 5734864"/>
              <a:gd name="connsiteY74" fmla="*/ 2931868 h 6858000"/>
              <a:gd name="connsiteX75" fmla="*/ 507379 w 5734864"/>
              <a:gd name="connsiteY75" fmla="*/ 2938322 h 6858000"/>
              <a:gd name="connsiteX76" fmla="*/ 504725 w 5734864"/>
              <a:gd name="connsiteY76" fmla="*/ 2954519 h 6858000"/>
              <a:gd name="connsiteX77" fmla="*/ 502018 w 5734864"/>
              <a:gd name="connsiteY77" fmla="*/ 2959643 h 6858000"/>
              <a:gd name="connsiteX78" fmla="*/ 498360 w 5734864"/>
              <a:gd name="connsiteY78" fmla="*/ 2961019 h 6858000"/>
              <a:gd name="connsiteX79" fmla="*/ 498483 w 5734864"/>
              <a:gd name="connsiteY79" fmla="*/ 2962590 h 6858000"/>
              <a:gd name="connsiteX80" fmla="*/ 484403 w 5734864"/>
              <a:gd name="connsiteY80" fmla="*/ 2990538 h 6858000"/>
              <a:gd name="connsiteX81" fmla="*/ 463075 w 5734864"/>
              <a:gd name="connsiteY81" fmla="*/ 3055956 h 6858000"/>
              <a:gd name="connsiteX82" fmla="*/ 455013 w 5734864"/>
              <a:gd name="connsiteY82" fmla="*/ 3094482 h 6858000"/>
              <a:gd name="connsiteX83" fmla="*/ 428391 w 5734864"/>
              <a:gd name="connsiteY83" fmla="*/ 3198850 h 6858000"/>
              <a:gd name="connsiteX84" fmla="*/ 401440 w 5734864"/>
              <a:gd name="connsiteY84" fmla="*/ 3307560 h 6858000"/>
              <a:gd name="connsiteX85" fmla="*/ 386076 w 5734864"/>
              <a:gd name="connsiteY85" fmla="*/ 3373943 h 6858000"/>
              <a:gd name="connsiteX86" fmla="*/ 374726 w 5734864"/>
              <a:gd name="connsiteY86" fmla="*/ 3381364 h 6858000"/>
              <a:gd name="connsiteX87" fmla="*/ 369145 w 5734864"/>
              <a:gd name="connsiteY87" fmla="*/ 3383729 h 6858000"/>
              <a:gd name="connsiteX88" fmla="*/ 364294 w 5734864"/>
              <a:gd name="connsiteY88" fmla="*/ 3414159 h 6858000"/>
              <a:gd name="connsiteX89" fmla="*/ 366450 w 5734864"/>
              <a:gd name="connsiteY89" fmla="*/ 3436925 h 6858000"/>
              <a:gd name="connsiteX90" fmla="*/ 351743 w 5734864"/>
              <a:gd name="connsiteY90" fmla="*/ 3521619 h 6858000"/>
              <a:gd name="connsiteX91" fmla="*/ 345784 w 5734864"/>
              <a:gd name="connsiteY91" fmla="*/ 3603757 h 6858000"/>
              <a:gd name="connsiteX92" fmla="*/ 344198 w 5734864"/>
              <a:gd name="connsiteY92" fmla="*/ 3652424 h 6858000"/>
              <a:gd name="connsiteX93" fmla="*/ 352450 w 5734864"/>
              <a:gd name="connsiteY93" fmla="*/ 3665222 h 6858000"/>
              <a:gd name="connsiteX94" fmla="*/ 342621 w 5734864"/>
              <a:gd name="connsiteY94" fmla="*/ 3700804 h 6858000"/>
              <a:gd name="connsiteX95" fmla="*/ 341514 w 5734864"/>
              <a:gd name="connsiteY95" fmla="*/ 3734774 h 6858000"/>
              <a:gd name="connsiteX96" fmla="*/ 340607 w 5734864"/>
              <a:gd name="connsiteY96" fmla="*/ 3785153 h 6858000"/>
              <a:gd name="connsiteX97" fmla="*/ 340707 w 5734864"/>
              <a:gd name="connsiteY97" fmla="*/ 3788177 h 6858000"/>
              <a:gd name="connsiteX98" fmla="*/ 340361 w 5734864"/>
              <a:gd name="connsiteY98" fmla="*/ 3798803 h 6858000"/>
              <a:gd name="connsiteX99" fmla="*/ 339642 w 5734864"/>
              <a:gd name="connsiteY99" fmla="*/ 3838750 h 6858000"/>
              <a:gd name="connsiteX100" fmla="*/ 360295 w 5734864"/>
              <a:gd name="connsiteY100" fmla="*/ 4015196 h 6858000"/>
              <a:gd name="connsiteX101" fmla="*/ 339043 w 5734864"/>
              <a:gd name="connsiteY101" fmla="*/ 4052778 h 6858000"/>
              <a:gd name="connsiteX102" fmla="*/ 339343 w 5734864"/>
              <a:gd name="connsiteY102" fmla="*/ 4096257 h 6858000"/>
              <a:gd name="connsiteX103" fmla="*/ 340786 w 5734864"/>
              <a:gd name="connsiteY103" fmla="*/ 4321136 h 6858000"/>
              <a:gd name="connsiteX104" fmla="*/ 343158 w 5734864"/>
              <a:gd name="connsiteY104" fmla="*/ 4429174 h 6858000"/>
              <a:gd name="connsiteX105" fmla="*/ 334599 w 5734864"/>
              <a:gd name="connsiteY105" fmla="*/ 4449938 h 6858000"/>
              <a:gd name="connsiteX106" fmla="*/ 332890 w 5734864"/>
              <a:gd name="connsiteY106" fmla="*/ 4453515 h 6858000"/>
              <a:gd name="connsiteX107" fmla="*/ 331105 w 5734864"/>
              <a:gd name="connsiteY107" fmla="*/ 4467941 h 6858000"/>
              <a:gd name="connsiteX108" fmla="*/ 324289 w 5734864"/>
              <a:gd name="connsiteY108" fmla="*/ 4471861 h 6858000"/>
              <a:gd name="connsiteX109" fmla="*/ 317079 w 5734864"/>
              <a:gd name="connsiteY109" fmla="*/ 4493468 h 6858000"/>
              <a:gd name="connsiteX110" fmla="*/ 315557 w 5734864"/>
              <a:gd name="connsiteY110" fmla="*/ 4520067 h 6858000"/>
              <a:gd name="connsiteX111" fmla="*/ 315240 w 5734864"/>
              <a:gd name="connsiteY111" fmla="*/ 4536872 h 6858000"/>
              <a:gd name="connsiteX112" fmla="*/ 316200 w 5734864"/>
              <a:gd name="connsiteY112" fmla="*/ 4538297 h 6858000"/>
              <a:gd name="connsiteX113" fmla="*/ 317507 w 5734864"/>
              <a:gd name="connsiteY113" fmla="*/ 4547582 h 6858000"/>
              <a:gd name="connsiteX114" fmla="*/ 323078 w 5734864"/>
              <a:gd name="connsiteY114" fmla="*/ 4592102 h 6858000"/>
              <a:gd name="connsiteX115" fmla="*/ 328722 w 5734864"/>
              <a:gd name="connsiteY115" fmla="*/ 4667914 h 6858000"/>
              <a:gd name="connsiteX116" fmla="*/ 335597 w 5734864"/>
              <a:gd name="connsiteY116" fmla="*/ 4695035 h 6858000"/>
              <a:gd name="connsiteX117" fmla="*/ 339485 w 5734864"/>
              <a:gd name="connsiteY117" fmla="*/ 4695979 h 6858000"/>
              <a:gd name="connsiteX118" fmla="*/ 341089 w 5734864"/>
              <a:gd name="connsiteY118" fmla="*/ 4704268 h 6858000"/>
              <a:gd name="connsiteX119" fmla="*/ 342177 w 5734864"/>
              <a:gd name="connsiteY119" fmla="*/ 4706060 h 6858000"/>
              <a:gd name="connsiteX120" fmla="*/ 347751 w 5734864"/>
              <a:gd name="connsiteY120" fmla="*/ 4716754 h 6858000"/>
              <a:gd name="connsiteX121" fmla="*/ 344125 w 5734864"/>
              <a:gd name="connsiteY121" fmla="*/ 4764669 h 6858000"/>
              <a:gd name="connsiteX122" fmla="*/ 340188 w 5734864"/>
              <a:gd name="connsiteY122" fmla="*/ 4779386 h 6858000"/>
              <a:gd name="connsiteX123" fmla="*/ 335146 w 5734864"/>
              <a:gd name="connsiteY123" fmla="*/ 4787491 h 6858000"/>
              <a:gd name="connsiteX124" fmla="*/ 319124 w 5734864"/>
              <a:gd name="connsiteY124" fmla="*/ 4843514 h 6858000"/>
              <a:gd name="connsiteX125" fmla="*/ 305956 w 5734864"/>
              <a:gd name="connsiteY125" fmla="*/ 4881505 h 6858000"/>
              <a:gd name="connsiteX126" fmla="*/ 301062 w 5734864"/>
              <a:gd name="connsiteY126" fmla="*/ 4889332 h 6858000"/>
              <a:gd name="connsiteX127" fmla="*/ 302141 w 5734864"/>
              <a:gd name="connsiteY127" fmla="*/ 4899400 h 6858000"/>
              <a:gd name="connsiteX128" fmla="*/ 304424 w 5734864"/>
              <a:gd name="connsiteY128" fmla="*/ 4902664 h 6858000"/>
              <a:gd name="connsiteX129" fmla="*/ 293123 w 5734864"/>
              <a:gd name="connsiteY129" fmla="*/ 4932769 h 6858000"/>
              <a:gd name="connsiteX130" fmla="*/ 292275 w 5734864"/>
              <a:gd name="connsiteY130" fmla="*/ 4936482 h 6858000"/>
              <a:gd name="connsiteX131" fmla="*/ 288304 w 5734864"/>
              <a:gd name="connsiteY131" fmla="*/ 4962325 h 6858000"/>
              <a:gd name="connsiteX132" fmla="*/ 287420 w 5734864"/>
              <a:gd name="connsiteY132" fmla="*/ 5042193 h 6858000"/>
              <a:gd name="connsiteX133" fmla="*/ 287020 w 5734864"/>
              <a:gd name="connsiteY133" fmla="*/ 5065655 h 6858000"/>
              <a:gd name="connsiteX134" fmla="*/ 288488 w 5734864"/>
              <a:gd name="connsiteY134" fmla="*/ 5082216 h 6858000"/>
              <a:gd name="connsiteX135" fmla="*/ 282763 w 5734864"/>
              <a:gd name="connsiteY135" fmla="*/ 5127114 h 6858000"/>
              <a:gd name="connsiteX136" fmla="*/ 269316 w 5734864"/>
              <a:gd name="connsiteY136" fmla="*/ 5202682 h 6858000"/>
              <a:gd name="connsiteX137" fmla="*/ 269174 w 5734864"/>
              <a:gd name="connsiteY137" fmla="*/ 5230835 h 6858000"/>
              <a:gd name="connsiteX138" fmla="*/ 272679 w 5734864"/>
              <a:gd name="connsiteY138" fmla="*/ 5232660 h 6858000"/>
              <a:gd name="connsiteX139" fmla="*/ 272160 w 5734864"/>
              <a:gd name="connsiteY139" fmla="*/ 5241150 h 6858000"/>
              <a:gd name="connsiteX140" fmla="*/ 272760 w 5734864"/>
              <a:gd name="connsiteY140" fmla="*/ 5243156 h 6858000"/>
              <a:gd name="connsiteX141" fmla="*/ 275462 w 5734864"/>
              <a:gd name="connsiteY141" fmla="*/ 5254919 h 6858000"/>
              <a:gd name="connsiteX142" fmla="*/ 262897 w 5734864"/>
              <a:gd name="connsiteY142" fmla="*/ 5286259 h 6858000"/>
              <a:gd name="connsiteX143" fmla="*/ 252761 w 5734864"/>
              <a:gd name="connsiteY143" fmla="*/ 5357801 h 6858000"/>
              <a:gd name="connsiteX144" fmla="*/ 242360 w 5734864"/>
              <a:gd name="connsiteY144" fmla="*/ 5460080 h 6858000"/>
              <a:gd name="connsiteX145" fmla="*/ 229880 w 5734864"/>
              <a:gd name="connsiteY145" fmla="*/ 5539714 h 6858000"/>
              <a:gd name="connsiteX146" fmla="*/ 204283 w 5734864"/>
              <a:gd name="connsiteY146" fmla="*/ 5639080 h 6858000"/>
              <a:gd name="connsiteX147" fmla="*/ 198948 w 5734864"/>
              <a:gd name="connsiteY147" fmla="*/ 5710958 h 6858000"/>
              <a:gd name="connsiteX148" fmla="*/ 192367 w 5734864"/>
              <a:gd name="connsiteY148" fmla="*/ 5719859 h 6858000"/>
              <a:gd name="connsiteX149" fmla="*/ 188035 w 5734864"/>
              <a:gd name="connsiteY149" fmla="*/ 5729935 h 6858000"/>
              <a:gd name="connsiteX150" fmla="*/ 188428 w 5734864"/>
              <a:gd name="connsiteY150" fmla="*/ 5731182 h 6858000"/>
              <a:gd name="connsiteX151" fmla="*/ 181635 w 5734864"/>
              <a:gd name="connsiteY151" fmla="*/ 5753538 h 6858000"/>
              <a:gd name="connsiteX152" fmla="*/ 169744 w 5734864"/>
              <a:gd name="connsiteY152" fmla="*/ 5796307 h 6858000"/>
              <a:gd name="connsiteX153" fmla="*/ 170351 w 5734864"/>
              <a:gd name="connsiteY153" fmla="*/ 5796644 h 6858000"/>
              <a:gd name="connsiteX154" fmla="*/ 171559 w 5734864"/>
              <a:gd name="connsiteY154" fmla="*/ 5803435 h 6858000"/>
              <a:gd name="connsiteX155" fmla="*/ 172284 w 5734864"/>
              <a:gd name="connsiteY155" fmla="*/ 5816391 h 6858000"/>
              <a:gd name="connsiteX156" fmla="*/ 182542 w 5734864"/>
              <a:gd name="connsiteY156" fmla="*/ 5846382 h 6858000"/>
              <a:gd name="connsiteX157" fmla="*/ 175877 w 5734864"/>
              <a:gd name="connsiteY157" fmla="*/ 5871336 h 6858000"/>
              <a:gd name="connsiteX158" fmla="*/ 174910 w 5734864"/>
              <a:gd name="connsiteY158" fmla="*/ 5876376 h 6858000"/>
              <a:gd name="connsiteX159" fmla="*/ 175047 w 5734864"/>
              <a:gd name="connsiteY159" fmla="*/ 5876483 h 6858000"/>
              <a:gd name="connsiteX160" fmla="*/ 174335 w 5734864"/>
              <a:gd name="connsiteY160" fmla="*/ 5881814 h 6858000"/>
              <a:gd name="connsiteX161" fmla="*/ 171273 w 5734864"/>
              <a:gd name="connsiteY161" fmla="*/ 5895339 h 6858000"/>
              <a:gd name="connsiteX162" fmla="*/ 171658 w 5734864"/>
              <a:gd name="connsiteY162" fmla="*/ 5898749 h 6858000"/>
              <a:gd name="connsiteX163" fmla="*/ 174658 w 5734864"/>
              <a:gd name="connsiteY163" fmla="*/ 5919558 h 6858000"/>
              <a:gd name="connsiteX164" fmla="*/ 169099 w 5734864"/>
              <a:gd name="connsiteY164" fmla="*/ 5984417 h 6858000"/>
              <a:gd name="connsiteX165" fmla="*/ 162007 w 5734864"/>
              <a:gd name="connsiteY165" fmla="*/ 6049043 h 6858000"/>
              <a:gd name="connsiteX166" fmla="*/ 156875 w 5734864"/>
              <a:gd name="connsiteY166" fmla="*/ 6114000 h 6858000"/>
              <a:gd name="connsiteX167" fmla="*/ 165441 w 5734864"/>
              <a:gd name="connsiteY167" fmla="*/ 6146938 h 6858000"/>
              <a:gd name="connsiteX168" fmla="*/ 165177 w 5734864"/>
              <a:gd name="connsiteY168" fmla="*/ 6150658 h 6858000"/>
              <a:gd name="connsiteX169" fmla="*/ 161772 w 5734864"/>
              <a:gd name="connsiteY169" fmla="*/ 6160011 h 6858000"/>
              <a:gd name="connsiteX170" fmla="*/ 160051 w 5734864"/>
              <a:gd name="connsiteY170" fmla="*/ 6163393 h 6858000"/>
              <a:gd name="connsiteX171" fmla="*/ 158473 w 5734864"/>
              <a:gd name="connsiteY171" fmla="*/ 6168628 h 6858000"/>
              <a:gd name="connsiteX172" fmla="*/ 158573 w 5734864"/>
              <a:gd name="connsiteY172" fmla="*/ 6168799 h 6858000"/>
              <a:gd name="connsiteX173" fmla="*/ 146463 w 5734864"/>
              <a:gd name="connsiteY173" fmla="*/ 6196671 h 6858000"/>
              <a:gd name="connsiteX174" fmla="*/ 150209 w 5734864"/>
              <a:gd name="connsiteY174" fmla="*/ 6232365 h 6858000"/>
              <a:gd name="connsiteX175" fmla="*/ 148544 w 5734864"/>
              <a:gd name="connsiteY175" fmla="*/ 6246162 h 6858000"/>
              <a:gd name="connsiteX176" fmla="*/ 148403 w 5734864"/>
              <a:gd name="connsiteY176" fmla="*/ 6253754 h 6858000"/>
              <a:gd name="connsiteX177" fmla="*/ 138880 w 5734864"/>
              <a:gd name="connsiteY177" fmla="*/ 6276449 h 6858000"/>
              <a:gd name="connsiteX178" fmla="*/ 138683 w 5734864"/>
              <a:gd name="connsiteY178" fmla="*/ 6279721 h 6858000"/>
              <a:gd name="connsiteX179" fmla="*/ 130721 w 5734864"/>
              <a:gd name="connsiteY179" fmla="*/ 6293675 h 6858000"/>
              <a:gd name="connsiteX180" fmla="*/ 120717 w 5734864"/>
              <a:gd name="connsiteY180" fmla="*/ 6313967 h 6858000"/>
              <a:gd name="connsiteX181" fmla="*/ 120841 w 5734864"/>
              <a:gd name="connsiteY181" fmla="*/ 6315437 h 6858000"/>
              <a:gd name="connsiteX182" fmla="*/ 115208 w 5734864"/>
              <a:gd name="connsiteY182" fmla="*/ 6324024 h 6858000"/>
              <a:gd name="connsiteX183" fmla="*/ 101217 w 5734864"/>
              <a:gd name="connsiteY183" fmla="*/ 6365923 h 6858000"/>
              <a:gd name="connsiteX184" fmla="*/ 74946 w 5734864"/>
              <a:gd name="connsiteY184" fmla="*/ 6556817 h 6858000"/>
              <a:gd name="connsiteX185" fmla="*/ 16001 w 5734864"/>
              <a:gd name="connsiteY185" fmla="*/ 6808678 h 6858000"/>
              <a:gd name="connsiteX186" fmla="*/ 0 w 5734864"/>
              <a:gd name="connsiteY186" fmla="*/ 6858000 h 6858000"/>
              <a:gd name="connsiteX187" fmla="*/ 5734864 w 5734864"/>
              <a:gd name="connsiteY187" fmla="*/ 6858000 h 6858000"/>
              <a:gd name="connsiteX188" fmla="*/ 5734864 w 5734864"/>
              <a:gd name="connsiteY188" fmla="*/ 0 h 6858000"/>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7865 w 5734864"/>
              <a:gd name="connsiteY13" fmla="*/ 1070795 h 6858000"/>
              <a:gd name="connsiteX14" fmla="*/ 862786 w 5734864"/>
              <a:gd name="connsiteY14" fmla="*/ 1238994 h 6858000"/>
              <a:gd name="connsiteX15" fmla="*/ 859345 w 5734864"/>
              <a:gd name="connsiteY15" fmla="*/ 1380427 h 6858000"/>
              <a:gd name="connsiteX16" fmla="*/ 855172 w 5734864"/>
              <a:gd name="connsiteY16" fmla="*/ 1435262 h 6858000"/>
              <a:gd name="connsiteX17" fmla="*/ 860494 w 5734864"/>
              <a:gd name="connsiteY17" fmla="*/ 1453861 h 6858000"/>
              <a:gd name="connsiteX18" fmla="*/ 853731 w 5734864"/>
              <a:gd name="connsiteY18" fmla="*/ 1467047 h 6858000"/>
              <a:gd name="connsiteX19" fmla="*/ 845847 w 5734864"/>
              <a:gd name="connsiteY19" fmla="*/ 1502307 h 6858000"/>
              <a:gd name="connsiteX20" fmla="*/ 817613 w 5734864"/>
              <a:gd name="connsiteY20" fmla="*/ 1565166 h 6858000"/>
              <a:gd name="connsiteX21" fmla="*/ 804223 w 5734864"/>
              <a:gd name="connsiteY21" fmla="*/ 1601941 h 6858000"/>
              <a:gd name="connsiteX22" fmla="*/ 791773 w 5734864"/>
              <a:gd name="connsiteY22" fmla="*/ 1627005 h 6858000"/>
              <a:gd name="connsiteX23" fmla="*/ 774645 w 5734864"/>
              <a:gd name="connsiteY23" fmla="*/ 1699922 h 6858000"/>
              <a:gd name="connsiteX24" fmla="*/ 752343 w 5734864"/>
              <a:gd name="connsiteY24" fmla="*/ 1824604 h 6858000"/>
              <a:gd name="connsiteX25" fmla="*/ 746254 w 5734864"/>
              <a:gd name="connsiteY25" fmla="*/ 1850222 h 6858000"/>
              <a:gd name="connsiteX26" fmla="*/ 728600 w 5734864"/>
              <a:gd name="connsiteY26" fmla="*/ 1869603 h 6858000"/>
              <a:gd name="connsiteX27" fmla="*/ 724396 w 5734864"/>
              <a:gd name="connsiteY27" fmla="*/ 1883104 h 6858000"/>
              <a:gd name="connsiteX28" fmla="*/ 722165 w 5734864"/>
              <a:gd name="connsiteY28" fmla="*/ 1885924 h 6858000"/>
              <a:gd name="connsiteX29" fmla="*/ 721338 w 5734864"/>
              <a:gd name="connsiteY29" fmla="*/ 1887123 h 6858000"/>
              <a:gd name="connsiteX30" fmla="*/ 714840 w 5734864"/>
              <a:gd name="connsiteY30" fmla="*/ 1902274 h 6858000"/>
              <a:gd name="connsiteX31" fmla="*/ 722847 w 5734864"/>
              <a:gd name="connsiteY31" fmla="*/ 1929891 h 6858000"/>
              <a:gd name="connsiteX32" fmla="*/ 714660 w 5734864"/>
              <a:gd name="connsiteY32" fmla="*/ 1982709 h 6858000"/>
              <a:gd name="connsiteX33" fmla="*/ 710759 w 5734864"/>
              <a:gd name="connsiteY33" fmla="*/ 2013010 h 6858000"/>
              <a:gd name="connsiteX34" fmla="*/ 697927 w 5734864"/>
              <a:gd name="connsiteY34" fmla="*/ 2069833 h 6858000"/>
              <a:gd name="connsiteX35" fmla="*/ 693594 w 5734864"/>
              <a:gd name="connsiteY35" fmla="*/ 2103731 h 6858000"/>
              <a:gd name="connsiteX36" fmla="*/ 691109 w 5734864"/>
              <a:gd name="connsiteY36" fmla="*/ 2124027 h 6858000"/>
              <a:gd name="connsiteX37" fmla="*/ 676593 w 5734864"/>
              <a:gd name="connsiteY37" fmla="*/ 2176182 h 6858000"/>
              <a:gd name="connsiteX38" fmla="*/ 633227 w 5734864"/>
              <a:gd name="connsiteY38" fmla="*/ 2258036 h 6858000"/>
              <a:gd name="connsiteX39" fmla="*/ 625564 w 5734864"/>
              <a:gd name="connsiteY39" fmla="*/ 2284567 h 6858000"/>
              <a:gd name="connsiteX40" fmla="*/ 627074 w 5734864"/>
              <a:gd name="connsiteY40" fmla="*/ 2289605 h 6858000"/>
              <a:gd name="connsiteX41" fmla="*/ 614574 w 5734864"/>
              <a:gd name="connsiteY41" fmla="*/ 2308717 h 6858000"/>
              <a:gd name="connsiteX42" fmla="*/ 606890 w 5734864"/>
              <a:gd name="connsiteY42" fmla="*/ 2320662 h 6858000"/>
              <a:gd name="connsiteX43" fmla="*/ 605558 w 5734864"/>
              <a:gd name="connsiteY43" fmla="*/ 2327897 h 6858000"/>
              <a:gd name="connsiteX44" fmla="*/ 602202 w 5734864"/>
              <a:gd name="connsiteY44" fmla="*/ 2357749 h 6858000"/>
              <a:gd name="connsiteX45" fmla="*/ 600213 w 5734864"/>
              <a:gd name="connsiteY45" fmla="*/ 2364905 h 6858000"/>
              <a:gd name="connsiteX46" fmla="*/ 597160 w 5734864"/>
              <a:gd name="connsiteY46" fmla="*/ 2388351 h 6858000"/>
              <a:gd name="connsiteX47" fmla="*/ 597982 w 5734864"/>
              <a:gd name="connsiteY47" fmla="*/ 2402296 h 6858000"/>
              <a:gd name="connsiteX48" fmla="*/ 593150 w 5734864"/>
              <a:gd name="connsiteY48" fmla="*/ 2420015 h 6858000"/>
              <a:gd name="connsiteX49" fmla="*/ 592833 w 5734864"/>
              <a:gd name="connsiteY49" fmla="*/ 2422749 h 6858000"/>
              <a:gd name="connsiteX50" fmla="*/ 594479 w 5734864"/>
              <a:gd name="connsiteY50" fmla="*/ 2426002 h 6858000"/>
              <a:gd name="connsiteX51" fmla="*/ 591963 w 5734864"/>
              <a:gd name="connsiteY51" fmla="*/ 2431950 h 6858000"/>
              <a:gd name="connsiteX52" fmla="*/ 591544 w 5734864"/>
              <a:gd name="connsiteY52" fmla="*/ 2433897 h 6858000"/>
              <a:gd name="connsiteX53" fmla="*/ 589519 w 5734864"/>
              <a:gd name="connsiteY53" fmla="*/ 2451398 h 6858000"/>
              <a:gd name="connsiteX54" fmla="*/ 590037 w 5734864"/>
              <a:gd name="connsiteY54" fmla="*/ 2455536 h 6858000"/>
              <a:gd name="connsiteX55" fmla="*/ 588179 w 5734864"/>
              <a:gd name="connsiteY55" fmla="*/ 2462981 h 6858000"/>
              <a:gd name="connsiteX56" fmla="*/ 583434 w 5734864"/>
              <a:gd name="connsiteY56" fmla="*/ 2503991 h 6858000"/>
              <a:gd name="connsiteX57" fmla="*/ 567942 w 5734864"/>
              <a:gd name="connsiteY57" fmla="*/ 2652936 h 6858000"/>
              <a:gd name="connsiteX58" fmla="*/ 573869 w 5734864"/>
              <a:gd name="connsiteY58" fmla="*/ 2670188 h 6858000"/>
              <a:gd name="connsiteX59" fmla="*/ 575243 w 5734864"/>
              <a:gd name="connsiteY59" fmla="*/ 2688114 h 6858000"/>
              <a:gd name="connsiteX60" fmla="*/ 573824 w 5734864"/>
              <a:gd name="connsiteY60" fmla="*/ 2689856 h 6858000"/>
              <a:gd name="connsiteX61" fmla="*/ 570699 w 5734864"/>
              <a:gd name="connsiteY61" fmla="*/ 2709353 h 6858000"/>
              <a:gd name="connsiteX62" fmla="*/ 573192 w 5734864"/>
              <a:gd name="connsiteY62" fmla="*/ 2714527 h 6858000"/>
              <a:gd name="connsiteX63" fmla="*/ 572044 w 5734864"/>
              <a:gd name="connsiteY63" fmla="*/ 2728187 h 6858000"/>
              <a:gd name="connsiteX64" fmla="*/ 572465 w 5734864"/>
              <a:gd name="connsiteY64" fmla="*/ 2755863 h 6858000"/>
              <a:gd name="connsiteX65" fmla="*/ 570028 w 5734864"/>
              <a:gd name="connsiteY65" fmla="*/ 2760324 h 6858000"/>
              <a:gd name="connsiteX66" fmla="*/ 566748 w 5734864"/>
              <a:gd name="connsiteY66" fmla="*/ 2800948 h 6858000"/>
              <a:gd name="connsiteX67" fmla="*/ 565509 w 5734864"/>
              <a:gd name="connsiteY67" fmla="*/ 2801167 h 6858000"/>
              <a:gd name="connsiteX68" fmla="*/ 559367 w 5734864"/>
              <a:gd name="connsiteY68" fmla="*/ 2811129 h 6858000"/>
              <a:gd name="connsiteX69" fmla="*/ 550354 w 5734864"/>
              <a:gd name="connsiteY69" fmla="*/ 2830949 h 6858000"/>
              <a:gd name="connsiteX70" fmla="*/ 514795 w 5734864"/>
              <a:gd name="connsiteY70" fmla="*/ 2872433 h 6858000"/>
              <a:gd name="connsiteX71" fmla="*/ 509875 w 5734864"/>
              <a:gd name="connsiteY71" fmla="*/ 2923099 h 6858000"/>
              <a:gd name="connsiteX72" fmla="*/ 509577 w 5734864"/>
              <a:gd name="connsiteY72" fmla="*/ 2923197 h 6858000"/>
              <a:gd name="connsiteX73" fmla="*/ 507597 w 5734864"/>
              <a:gd name="connsiteY73" fmla="*/ 2931868 h 6858000"/>
              <a:gd name="connsiteX74" fmla="*/ 507379 w 5734864"/>
              <a:gd name="connsiteY74" fmla="*/ 2938322 h 6858000"/>
              <a:gd name="connsiteX75" fmla="*/ 504725 w 5734864"/>
              <a:gd name="connsiteY75" fmla="*/ 2954519 h 6858000"/>
              <a:gd name="connsiteX76" fmla="*/ 502018 w 5734864"/>
              <a:gd name="connsiteY76" fmla="*/ 2959643 h 6858000"/>
              <a:gd name="connsiteX77" fmla="*/ 498360 w 5734864"/>
              <a:gd name="connsiteY77" fmla="*/ 2961019 h 6858000"/>
              <a:gd name="connsiteX78" fmla="*/ 498483 w 5734864"/>
              <a:gd name="connsiteY78" fmla="*/ 2962590 h 6858000"/>
              <a:gd name="connsiteX79" fmla="*/ 484403 w 5734864"/>
              <a:gd name="connsiteY79" fmla="*/ 2990538 h 6858000"/>
              <a:gd name="connsiteX80" fmla="*/ 463075 w 5734864"/>
              <a:gd name="connsiteY80" fmla="*/ 3055956 h 6858000"/>
              <a:gd name="connsiteX81" fmla="*/ 455013 w 5734864"/>
              <a:gd name="connsiteY81" fmla="*/ 3094482 h 6858000"/>
              <a:gd name="connsiteX82" fmla="*/ 428391 w 5734864"/>
              <a:gd name="connsiteY82" fmla="*/ 3198850 h 6858000"/>
              <a:gd name="connsiteX83" fmla="*/ 401440 w 5734864"/>
              <a:gd name="connsiteY83" fmla="*/ 3307560 h 6858000"/>
              <a:gd name="connsiteX84" fmla="*/ 386076 w 5734864"/>
              <a:gd name="connsiteY84" fmla="*/ 3373943 h 6858000"/>
              <a:gd name="connsiteX85" fmla="*/ 374726 w 5734864"/>
              <a:gd name="connsiteY85" fmla="*/ 3381364 h 6858000"/>
              <a:gd name="connsiteX86" fmla="*/ 369145 w 5734864"/>
              <a:gd name="connsiteY86" fmla="*/ 3383729 h 6858000"/>
              <a:gd name="connsiteX87" fmla="*/ 364294 w 5734864"/>
              <a:gd name="connsiteY87" fmla="*/ 3414159 h 6858000"/>
              <a:gd name="connsiteX88" fmla="*/ 366450 w 5734864"/>
              <a:gd name="connsiteY88" fmla="*/ 3436925 h 6858000"/>
              <a:gd name="connsiteX89" fmla="*/ 351743 w 5734864"/>
              <a:gd name="connsiteY89" fmla="*/ 3521619 h 6858000"/>
              <a:gd name="connsiteX90" fmla="*/ 345784 w 5734864"/>
              <a:gd name="connsiteY90" fmla="*/ 3603757 h 6858000"/>
              <a:gd name="connsiteX91" fmla="*/ 344198 w 5734864"/>
              <a:gd name="connsiteY91" fmla="*/ 3652424 h 6858000"/>
              <a:gd name="connsiteX92" fmla="*/ 352450 w 5734864"/>
              <a:gd name="connsiteY92" fmla="*/ 3665222 h 6858000"/>
              <a:gd name="connsiteX93" fmla="*/ 342621 w 5734864"/>
              <a:gd name="connsiteY93" fmla="*/ 3700804 h 6858000"/>
              <a:gd name="connsiteX94" fmla="*/ 341514 w 5734864"/>
              <a:gd name="connsiteY94" fmla="*/ 3734774 h 6858000"/>
              <a:gd name="connsiteX95" fmla="*/ 340607 w 5734864"/>
              <a:gd name="connsiteY95" fmla="*/ 3785153 h 6858000"/>
              <a:gd name="connsiteX96" fmla="*/ 340707 w 5734864"/>
              <a:gd name="connsiteY96" fmla="*/ 3788177 h 6858000"/>
              <a:gd name="connsiteX97" fmla="*/ 340361 w 5734864"/>
              <a:gd name="connsiteY97" fmla="*/ 3798803 h 6858000"/>
              <a:gd name="connsiteX98" fmla="*/ 339642 w 5734864"/>
              <a:gd name="connsiteY98" fmla="*/ 3838750 h 6858000"/>
              <a:gd name="connsiteX99" fmla="*/ 360295 w 5734864"/>
              <a:gd name="connsiteY99" fmla="*/ 4015196 h 6858000"/>
              <a:gd name="connsiteX100" fmla="*/ 339043 w 5734864"/>
              <a:gd name="connsiteY100" fmla="*/ 4052778 h 6858000"/>
              <a:gd name="connsiteX101" fmla="*/ 339343 w 5734864"/>
              <a:gd name="connsiteY101" fmla="*/ 4096257 h 6858000"/>
              <a:gd name="connsiteX102" fmla="*/ 340786 w 5734864"/>
              <a:gd name="connsiteY102" fmla="*/ 4321136 h 6858000"/>
              <a:gd name="connsiteX103" fmla="*/ 343158 w 5734864"/>
              <a:gd name="connsiteY103" fmla="*/ 4429174 h 6858000"/>
              <a:gd name="connsiteX104" fmla="*/ 334599 w 5734864"/>
              <a:gd name="connsiteY104" fmla="*/ 4449938 h 6858000"/>
              <a:gd name="connsiteX105" fmla="*/ 332890 w 5734864"/>
              <a:gd name="connsiteY105" fmla="*/ 4453515 h 6858000"/>
              <a:gd name="connsiteX106" fmla="*/ 331105 w 5734864"/>
              <a:gd name="connsiteY106" fmla="*/ 4467941 h 6858000"/>
              <a:gd name="connsiteX107" fmla="*/ 324289 w 5734864"/>
              <a:gd name="connsiteY107" fmla="*/ 4471861 h 6858000"/>
              <a:gd name="connsiteX108" fmla="*/ 317079 w 5734864"/>
              <a:gd name="connsiteY108" fmla="*/ 4493468 h 6858000"/>
              <a:gd name="connsiteX109" fmla="*/ 315557 w 5734864"/>
              <a:gd name="connsiteY109" fmla="*/ 4520067 h 6858000"/>
              <a:gd name="connsiteX110" fmla="*/ 315240 w 5734864"/>
              <a:gd name="connsiteY110" fmla="*/ 4536872 h 6858000"/>
              <a:gd name="connsiteX111" fmla="*/ 316200 w 5734864"/>
              <a:gd name="connsiteY111" fmla="*/ 4538297 h 6858000"/>
              <a:gd name="connsiteX112" fmla="*/ 317507 w 5734864"/>
              <a:gd name="connsiteY112" fmla="*/ 4547582 h 6858000"/>
              <a:gd name="connsiteX113" fmla="*/ 323078 w 5734864"/>
              <a:gd name="connsiteY113" fmla="*/ 4592102 h 6858000"/>
              <a:gd name="connsiteX114" fmla="*/ 328722 w 5734864"/>
              <a:gd name="connsiteY114" fmla="*/ 4667914 h 6858000"/>
              <a:gd name="connsiteX115" fmla="*/ 335597 w 5734864"/>
              <a:gd name="connsiteY115" fmla="*/ 4695035 h 6858000"/>
              <a:gd name="connsiteX116" fmla="*/ 339485 w 5734864"/>
              <a:gd name="connsiteY116" fmla="*/ 4695979 h 6858000"/>
              <a:gd name="connsiteX117" fmla="*/ 341089 w 5734864"/>
              <a:gd name="connsiteY117" fmla="*/ 4704268 h 6858000"/>
              <a:gd name="connsiteX118" fmla="*/ 342177 w 5734864"/>
              <a:gd name="connsiteY118" fmla="*/ 4706060 h 6858000"/>
              <a:gd name="connsiteX119" fmla="*/ 347751 w 5734864"/>
              <a:gd name="connsiteY119" fmla="*/ 4716754 h 6858000"/>
              <a:gd name="connsiteX120" fmla="*/ 344125 w 5734864"/>
              <a:gd name="connsiteY120" fmla="*/ 4764669 h 6858000"/>
              <a:gd name="connsiteX121" fmla="*/ 340188 w 5734864"/>
              <a:gd name="connsiteY121" fmla="*/ 4779386 h 6858000"/>
              <a:gd name="connsiteX122" fmla="*/ 335146 w 5734864"/>
              <a:gd name="connsiteY122" fmla="*/ 4787491 h 6858000"/>
              <a:gd name="connsiteX123" fmla="*/ 319124 w 5734864"/>
              <a:gd name="connsiteY123" fmla="*/ 4843514 h 6858000"/>
              <a:gd name="connsiteX124" fmla="*/ 305956 w 5734864"/>
              <a:gd name="connsiteY124" fmla="*/ 4881505 h 6858000"/>
              <a:gd name="connsiteX125" fmla="*/ 301062 w 5734864"/>
              <a:gd name="connsiteY125" fmla="*/ 4889332 h 6858000"/>
              <a:gd name="connsiteX126" fmla="*/ 302141 w 5734864"/>
              <a:gd name="connsiteY126" fmla="*/ 4899400 h 6858000"/>
              <a:gd name="connsiteX127" fmla="*/ 304424 w 5734864"/>
              <a:gd name="connsiteY127" fmla="*/ 4902664 h 6858000"/>
              <a:gd name="connsiteX128" fmla="*/ 293123 w 5734864"/>
              <a:gd name="connsiteY128" fmla="*/ 4932769 h 6858000"/>
              <a:gd name="connsiteX129" fmla="*/ 292275 w 5734864"/>
              <a:gd name="connsiteY129" fmla="*/ 4936482 h 6858000"/>
              <a:gd name="connsiteX130" fmla="*/ 288304 w 5734864"/>
              <a:gd name="connsiteY130" fmla="*/ 4962325 h 6858000"/>
              <a:gd name="connsiteX131" fmla="*/ 287420 w 5734864"/>
              <a:gd name="connsiteY131" fmla="*/ 5042193 h 6858000"/>
              <a:gd name="connsiteX132" fmla="*/ 287020 w 5734864"/>
              <a:gd name="connsiteY132" fmla="*/ 5065655 h 6858000"/>
              <a:gd name="connsiteX133" fmla="*/ 288488 w 5734864"/>
              <a:gd name="connsiteY133" fmla="*/ 5082216 h 6858000"/>
              <a:gd name="connsiteX134" fmla="*/ 282763 w 5734864"/>
              <a:gd name="connsiteY134" fmla="*/ 5127114 h 6858000"/>
              <a:gd name="connsiteX135" fmla="*/ 269316 w 5734864"/>
              <a:gd name="connsiteY135" fmla="*/ 5202682 h 6858000"/>
              <a:gd name="connsiteX136" fmla="*/ 269174 w 5734864"/>
              <a:gd name="connsiteY136" fmla="*/ 5230835 h 6858000"/>
              <a:gd name="connsiteX137" fmla="*/ 272679 w 5734864"/>
              <a:gd name="connsiteY137" fmla="*/ 5232660 h 6858000"/>
              <a:gd name="connsiteX138" fmla="*/ 272160 w 5734864"/>
              <a:gd name="connsiteY138" fmla="*/ 5241150 h 6858000"/>
              <a:gd name="connsiteX139" fmla="*/ 272760 w 5734864"/>
              <a:gd name="connsiteY139" fmla="*/ 5243156 h 6858000"/>
              <a:gd name="connsiteX140" fmla="*/ 275462 w 5734864"/>
              <a:gd name="connsiteY140" fmla="*/ 5254919 h 6858000"/>
              <a:gd name="connsiteX141" fmla="*/ 262897 w 5734864"/>
              <a:gd name="connsiteY141" fmla="*/ 5286259 h 6858000"/>
              <a:gd name="connsiteX142" fmla="*/ 252761 w 5734864"/>
              <a:gd name="connsiteY142" fmla="*/ 5357801 h 6858000"/>
              <a:gd name="connsiteX143" fmla="*/ 242360 w 5734864"/>
              <a:gd name="connsiteY143" fmla="*/ 5460080 h 6858000"/>
              <a:gd name="connsiteX144" fmla="*/ 229880 w 5734864"/>
              <a:gd name="connsiteY144" fmla="*/ 5539714 h 6858000"/>
              <a:gd name="connsiteX145" fmla="*/ 204283 w 5734864"/>
              <a:gd name="connsiteY145" fmla="*/ 5639080 h 6858000"/>
              <a:gd name="connsiteX146" fmla="*/ 198948 w 5734864"/>
              <a:gd name="connsiteY146" fmla="*/ 5710958 h 6858000"/>
              <a:gd name="connsiteX147" fmla="*/ 192367 w 5734864"/>
              <a:gd name="connsiteY147" fmla="*/ 5719859 h 6858000"/>
              <a:gd name="connsiteX148" fmla="*/ 188035 w 5734864"/>
              <a:gd name="connsiteY148" fmla="*/ 5729935 h 6858000"/>
              <a:gd name="connsiteX149" fmla="*/ 188428 w 5734864"/>
              <a:gd name="connsiteY149" fmla="*/ 5731182 h 6858000"/>
              <a:gd name="connsiteX150" fmla="*/ 181635 w 5734864"/>
              <a:gd name="connsiteY150" fmla="*/ 5753538 h 6858000"/>
              <a:gd name="connsiteX151" fmla="*/ 169744 w 5734864"/>
              <a:gd name="connsiteY151" fmla="*/ 5796307 h 6858000"/>
              <a:gd name="connsiteX152" fmla="*/ 170351 w 5734864"/>
              <a:gd name="connsiteY152" fmla="*/ 5796644 h 6858000"/>
              <a:gd name="connsiteX153" fmla="*/ 171559 w 5734864"/>
              <a:gd name="connsiteY153" fmla="*/ 5803435 h 6858000"/>
              <a:gd name="connsiteX154" fmla="*/ 172284 w 5734864"/>
              <a:gd name="connsiteY154" fmla="*/ 5816391 h 6858000"/>
              <a:gd name="connsiteX155" fmla="*/ 182542 w 5734864"/>
              <a:gd name="connsiteY155" fmla="*/ 5846382 h 6858000"/>
              <a:gd name="connsiteX156" fmla="*/ 175877 w 5734864"/>
              <a:gd name="connsiteY156" fmla="*/ 5871336 h 6858000"/>
              <a:gd name="connsiteX157" fmla="*/ 174910 w 5734864"/>
              <a:gd name="connsiteY157" fmla="*/ 5876376 h 6858000"/>
              <a:gd name="connsiteX158" fmla="*/ 175047 w 5734864"/>
              <a:gd name="connsiteY158" fmla="*/ 5876483 h 6858000"/>
              <a:gd name="connsiteX159" fmla="*/ 174335 w 5734864"/>
              <a:gd name="connsiteY159" fmla="*/ 5881814 h 6858000"/>
              <a:gd name="connsiteX160" fmla="*/ 171273 w 5734864"/>
              <a:gd name="connsiteY160" fmla="*/ 5895339 h 6858000"/>
              <a:gd name="connsiteX161" fmla="*/ 171658 w 5734864"/>
              <a:gd name="connsiteY161" fmla="*/ 5898749 h 6858000"/>
              <a:gd name="connsiteX162" fmla="*/ 174658 w 5734864"/>
              <a:gd name="connsiteY162" fmla="*/ 5919558 h 6858000"/>
              <a:gd name="connsiteX163" fmla="*/ 169099 w 5734864"/>
              <a:gd name="connsiteY163" fmla="*/ 5984417 h 6858000"/>
              <a:gd name="connsiteX164" fmla="*/ 162007 w 5734864"/>
              <a:gd name="connsiteY164" fmla="*/ 6049043 h 6858000"/>
              <a:gd name="connsiteX165" fmla="*/ 156875 w 5734864"/>
              <a:gd name="connsiteY165" fmla="*/ 6114000 h 6858000"/>
              <a:gd name="connsiteX166" fmla="*/ 165441 w 5734864"/>
              <a:gd name="connsiteY166" fmla="*/ 6146938 h 6858000"/>
              <a:gd name="connsiteX167" fmla="*/ 165177 w 5734864"/>
              <a:gd name="connsiteY167" fmla="*/ 6150658 h 6858000"/>
              <a:gd name="connsiteX168" fmla="*/ 161772 w 5734864"/>
              <a:gd name="connsiteY168" fmla="*/ 6160011 h 6858000"/>
              <a:gd name="connsiteX169" fmla="*/ 160051 w 5734864"/>
              <a:gd name="connsiteY169" fmla="*/ 6163393 h 6858000"/>
              <a:gd name="connsiteX170" fmla="*/ 158473 w 5734864"/>
              <a:gd name="connsiteY170" fmla="*/ 6168628 h 6858000"/>
              <a:gd name="connsiteX171" fmla="*/ 158573 w 5734864"/>
              <a:gd name="connsiteY171" fmla="*/ 6168799 h 6858000"/>
              <a:gd name="connsiteX172" fmla="*/ 146463 w 5734864"/>
              <a:gd name="connsiteY172" fmla="*/ 6196671 h 6858000"/>
              <a:gd name="connsiteX173" fmla="*/ 150209 w 5734864"/>
              <a:gd name="connsiteY173" fmla="*/ 6232365 h 6858000"/>
              <a:gd name="connsiteX174" fmla="*/ 148544 w 5734864"/>
              <a:gd name="connsiteY174" fmla="*/ 6246162 h 6858000"/>
              <a:gd name="connsiteX175" fmla="*/ 148403 w 5734864"/>
              <a:gd name="connsiteY175" fmla="*/ 6253754 h 6858000"/>
              <a:gd name="connsiteX176" fmla="*/ 138880 w 5734864"/>
              <a:gd name="connsiteY176" fmla="*/ 6276449 h 6858000"/>
              <a:gd name="connsiteX177" fmla="*/ 138683 w 5734864"/>
              <a:gd name="connsiteY177" fmla="*/ 6279721 h 6858000"/>
              <a:gd name="connsiteX178" fmla="*/ 130721 w 5734864"/>
              <a:gd name="connsiteY178" fmla="*/ 6293675 h 6858000"/>
              <a:gd name="connsiteX179" fmla="*/ 120717 w 5734864"/>
              <a:gd name="connsiteY179" fmla="*/ 6313967 h 6858000"/>
              <a:gd name="connsiteX180" fmla="*/ 120841 w 5734864"/>
              <a:gd name="connsiteY180" fmla="*/ 6315437 h 6858000"/>
              <a:gd name="connsiteX181" fmla="*/ 115208 w 5734864"/>
              <a:gd name="connsiteY181" fmla="*/ 6324024 h 6858000"/>
              <a:gd name="connsiteX182" fmla="*/ 101217 w 5734864"/>
              <a:gd name="connsiteY182" fmla="*/ 6365923 h 6858000"/>
              <a:gd name="connsiteX183" fmla="*/ 74946 w 5734864"/>
              <a:gd name="connsiteY183" fmla="*/ 6556817 h 6858000"/>
              <a:gd name="connsiteX184" fmla="*/ 16001 w 5734864"/>
              <a:gd name="connsiteY184" fmla="*/ 6808678 h 6858000"/>
              <a:gd name="connsiteX185" fmla="*/ 0 w 5734864"/>
              <a:gd name="connsiteY185" fmla="*/ 6858000 h 6858000"/>
              <a:gd name="connsiteX186" fmla="*/ 5734864 w 5734864"/>
              <a:gd name="connsiteY186" fmla="*/ 6858000 h 6858000"/>
              <a:gd name="connsiteX187" fmla="*/ 5734864 w 5734864"/>
              <a:gd name="connsiteY18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5734864" h="6858000">
                <a:moveTo>
                  <a:pt x="5734864" y="0"/>
                </a:moveTo>
                <a:lnTo>
                  <a:pt x="771611" y="0"/>
                </a:lnTo>
                <a:cubicBezTo>
                  <a:pt x="771634" y="16369"/>
                  <a:pt x="771656" y="32739"/>
                  <a:pt x="771679" y="49108"/>
                </a:cubicBezTo>
                <a:cubicBezTo>
                  <a:pt x="775201" y="55622"/>
                  <a:pt x="788724" y="196721"/>
                  <a:pt x="794248" y="200968"/>
                </a:cubicBezTo>
                <a:lnTo>
                  <a:pt x="801749" y="414071"/>
                </a:lnTo>
                <a:cubicBezTo>
                  <a:pt x="807329" y="440933"/>
                  <a:pt x="835107" y="598697"/>
                  <a:pt x="818548" y="585467"/>
                </a:cubicBezTo>
                <a:cubicBezTo>
                  <a:pt x="856197" y="664140"/>
                  <a:pt x="837895" y="708473"/>
                  <a:pt x="857476" y="800623"/>
                </a:cubicBezTo>
                <a:cubicBezTo>
                  <a:pt x="822401" y="857344"/>
                  <a:pt x="855723" y="824571"/>
                  <a:pt x="851083" y="878903"/>
                </a:cubicBezTo>
                <a:cubicBezTo>
                  <a:pt x="884811" y="859448"/>
                  <a:pt x="834648" y="946397"/>
                  <a:pt x="873564" y="943826"/>
                </a:cubicBezTo>
                <a:cubicBezTo>
                  <a:pt x="871487" y="953795"/>
                  <a:pt x="868248" y="963533"/>
                  <a:pt x="864705" y="973328"/>
                </a:cubicBezTo>
                <a:lnTo>
                  <a:pt x="862869" y="978457"/>
                </a:lnTo>
                <a:lnTo>
                  <a:pt x="862233" y="998041"/>
                </a:lnTo>
                <a:lnTo>
                  <a:pt x="853665" y="1004750"/>
                </a:lnTo>
                <a:lnTo>
                  <a:pt x="847865" y="1070795"/>
                </a:lnTo>
                <a:cubicBezTo>
                  <a:pt x="870234" y="1110486"/>
                  <a:pt x="833172" y="1190441"/>
                  <a:pt x="862786" y="1238994"/>
                </a:cubicBezTo>
                <a:cubicBezTo>
                  <a:pt x="864699" y="1290599"/>
                  <a:pt x="860615" y="1347716"/>
                  <a:pt x="859345" y="1380427"/>
                </a:cubicBezTo>
                <a:cubicBezTo>
                  <a:pt x="845703" y="1396391"/>
                  <a:pt x="873184" y="1435525"/>
                  <a:pt x="855172" y="1435262"/>
                </a:cubicBezTo>
                <a:lnTo>
                  <a:pt x="860494" y="1453861"/>
                </a:lnTo>
                <a:lnTo>
                  <a:pt x="853731" y="1467047"/>
                </a:lnTo>
                <a:cubicBezTo>
                  <a:pt x="846549" y="1480528"/>
                  <a:pt x="841728" y="1491093"/>
                  <a:pt x="845847" y="1502307"/>
                </a:cubicBezTo>
                <a:lnTo>
                  <a:pt x="817613" y="1565166"/>
                </a:lnTo>
                <a:cubicBezTo>
                  <a:pt x="805468" y="1557258"/>
                  <a:pt x="816534" y="1596564"/>
                  <a:pt x="804223" y="1601941"/>
                </a:cubicBezTo>
                <a:cubicBezTo>
                  <a:pt x="794287" y="1604654"/>
                  <a:pt x="795328" y="1617209"/>
                  <a:pt x="791773" y="1627005"/>
                </a:cubicBezTo>
                <a:cubicBezTo>
                  <a:pt x="781684" y="1634393"/>
                  <a:pt x="772978" y="1683187"/>
                  <a:pt x="774645" y="1699922"/>
                </a:cubicBezTo>
                <a:cubicBezTo>
                  <a:pt x="785341" y="1746767"/>
                  <a:pt x="744845" y="1787099"/>
                  <a:pt x="752343" y="1824604"/>
                </a:cubicBezTo>
                <a:cubicBezTo>
                  <a:pt x="751502" y="1834578"/>
                  <a:pt x="749297" y="1842929"/>
                  <a:pt x="746254" y="1850222"/>
                </a:cubicBezTo>
                <a:lnTo>
                  <a:pt x="728600" y="1869603"/>
                </a:lnTo>
                <a:lnTo>
                  <a:pt x="724396" y="1883104"/>
                </a:lnTo>
                <a:lnTo>
                  <a:pt x="722165" y="1885924"/>
                </a:lnTo>
                <a:lnTo>
                  <a:pt x="721338" y="1887123"/>
                </a:lnTo>
                <a:lnTo>
                  <a:pt x="714840" y="1902274"/>
                </a:lnTo>
                <a:lnTo>
                  <a:pt x="722847" y="1929891"/>
                </a:lnTo>
                <a:lnTo>
                  <a:pt x="714660" y="1982709"/>
                </a:lnTo>
                <a:cubicBezTo>
                  <a:pt x="727725" y="2006201"/>
                  <a:pt x="714739" y="1997091"/>
                  <a:pt x="710759" y="2013010"/>
                </a:cubicBezTo>
                <a:cubicBezTo>
                  <a:pt x="707970" y="2027531"/>
                  <a:pt x="700788" y="2054714"/>
                  <a:pt x="697927" y="2069833"/>
                </a:cubicBezTo>
                <a:cubicBezTo>
                  <a:pt x="685211" y="2080229"/>
                  <a:pt x="698762" y="2088241"/>
                  <a:pt x="693594" y="2103731"/>
                </a:cubicBezTo>
                <a:cubicBezTo>
                  <a:pt x="688481" y="2110649"/>
                  <a:pt x="687183" y="2115973"/>
                  <a:pt x="691109" y="2124027"/>
                </a:cubicBezTo>
                <a:cubicBezTo>
                  <a:pt x="666413" y="2155740"/>
                  <a:pt x="688031" y="2144874"/>
                  <a:pt x="676593" y="2176182"/>
                </a:cubicBezTo>
                <a:cubicBezTo>
                  <a:pt x="665190" y="2202944"/>
                  <a:pt x="656416" y="2233857"/>
                  <a:pt x="633227" y="2258036"/>
                </a:cubicBezTo>
                <a:cubicBezTo>
                  <a:pt x="626930" y="2262191"/>
                  <a:pt x="623498" y="2274069"/>
                  <a:pt x="625564" y="2284567"/>
                </a:cubicBezTo>
                <a:cubicBezTo>
                  <a:pt x="625918" y="2286374"/>
                  <a:pt x="626427" y="2288071"/>
                  <a:pt x="627074" y="2289605"/>
                </a:cubicBezTo>
                <a:cubicBezTo>
                  <a:pt x="619029" y="2296628"/>
                  <a:pt x="616453" y="2303188"/>
                  <a:pt x="614574" y="2308717"/>
                </a:cubicBezTo>
                <a:lnTo>
                  <a:pt x="606890" y="2320662"/>
                </a:lnTo>
                <a:lnTo>
                  <a:pt x="605558" y="2327897"/>
                </a:lnTo>
                <a:lnTo>
                  <a:pt x="602202" y="2357749"/>
                </a:lnTo>
                <a:lnTo>
                  <a:pt x="600213" y="2364905"/>
                </a:lnTo>
                <a:lnTo>
                  <a:pt x="597160" y="2388351"/>
                </a:lnTo>
                <a:lnTo>
                  <a:pt x="597982" y="2402296"/>
                </a:lnTo>
                <a:lnTo>
                  <a:pt x="593150" y="2420015"/>
                </a:lnTo>
                <a:cubicBezTo>
                  <a:pt x="593044" y="2420926"/>
                  <a:pt x="592939" y="2421838"/>
                  <a:pt x="592833" y="2422749"/>
                </a:cubicBezTo>
                <a:lnTo>
                  <a:pt x="594479" y="2426002"/>
                </a:lnTo>
                <a:cubicBezTo>
                  <a:pt x="594168" y="2427683"/>
                  <a:pt x="593118" y="2429721"/>
                  <a:pt x="591963" y="2431950"/>
                </a:cubicBezTo>
                <a:cubicBezTo>
                  <a:pt x="591823" y="2432599"/>
                  <a:pt x="591684" y="2433248"/>
                  <a:pt x="591544" y="2433897"/>
                </a:cubicBezTo>
                <a:lnTo>
                  <a:pt x="589519" y="2451398"/>
                </a:lnTo>
                <a:cubicBezTo>
                  <a:pt x="589692" y="2452777"/>
                  <a:pt x="589864" y="2454157"/>
                  <a:pt x="590037" y="2455536"/>
                </a:cubicBezTo>
                <a:lnTo>
                  <a:pt x="588179" y="2462981"/>
                </a:lnTo>
                <a:lnTo>
                  <a:pt x="583434" y="2503991"/>
                </a:lnTo>
                <a:cubicBezTo>
                  <a:pt x="576530" y="2566058"/>
                  <a:pt x="570433" y="2625224"/>
                  <a:pt x="567942" y="2652936"/>
                </a:cubicBezTo>
                <a:cubicBezTo>
                  <a:pt x="570864" y="2658290"/>
                  <a:pt x="572739" y="2664095"/>
                  <a:pt x="573869" y="2670188"/>
                </a:cubicBezTo>
                <a:lnTo>
                  <a:pt x="575243" y="2688114"/>
                </a:lnTo>
                <a:lnTo>
                  <a:pt x="573824" y="2689856"/>
                </a:lnTo>
                <a:cubicBezTo>
                  <a:pt x="569972" y="2698471"/>
                  <a:pt x="569572" y="2704494"/>
                  <a:pt x="570699" y="2709353"/>
                </a:cubicBezTo>
                <a:lnTo>
                  <a:pt x="573192" y="2714527"/>
                </a:lnTo>
                <a:cubicBezTo>
                  <a:pt x="572809" y="2719080"/>
                  <a:pt x="572427" y="2723634"/>
                  <a:pt x="572044" y="2728187"/>
                </a:cubicBezTo>
                <a:cubicBezTo>
                  <a:pt x="572184" y="2737412"/>
                  <a:pt x="572325" y="2746638"/>
                  <a:pt x="572465" y="2755863"/>
                </a:cubicBezTo>
                <a:lnTo>
                  <a:pt x="570028" y="2760324"/>
                </a:lnTo>
                <a:lnTo>
                  <a:pt x="566748" y="2800948"/>
                </a:lnTo>
                <a:lnTo>
                  <a:pt x="565509" y="2801167"/>
                </a:lnTo>
                <a:cubicBezTo>
                  <a:pt x="562655" y="2802587"/>
                  <a:pt x="560408" y="2805381"/>
                  <a:pt x="559367" y="2811129"/>
                </a:cubicBezTo>
                <a:cubicBezTo>
                  <a:pt x="543471" y="2797318"/>
                  <a:pt x="552020" y="2812773"/>
                  <a:pt x="550354" y="2830949"/>
                </a:cubicBezTo>
                <a:cubicBezTo>
                  <a:pt x="525292" y="2813553"/>
                  <a:pt x="531129" y="2868192"/>
                  <a:pt x="514795" y="2872433"/>
                </a:cubicBezTo>
                <a:lnTo>
                  <a:pt x="509875" y="2923099"/>
                </a:lnTo>
                <a:lnTo>
                  <a:pt x="509577" y="2923197"/>
                </a:lnTo>
                <a:cubicBezTo>
                  <a:pt x="508704" y="2924865"/>
                  <a:pt x="508038" y="2927556"/>
                  <a:pt x="507597" y="2931868"/>
                </a:cubicBezTo>
                <a:cubicBezTo>
                  <a:pt x="507524" y="2934019"/>
                  <a:pt x="507452" y="2936171"/>
                  <a:pt x="507379" y="2938322"/>
                </a:cubicBezTo>
                <a:lnTo>
                  <a:pt x="504725" y="2954519"/>
                </a:lnTo>
                <a:lnTo>
                  <a:pt x="502018" y="2959643"/>
                </a:lnTo>
                <a:lnTo>
                  <a:pt x="498360" y="2961019"/>
                </a:lnTo>
                <a:lnTo>
                  <a:pt x="498483" y="2962590"/>
                </a:lnTo>
                <a:cubicBezTo>
                  <a:pt x="502388" y="2975027"/>
                  <a:pt x="510202" y="2980016"/>
                  <a:pt x="484403" y="2990538"/>
                </a:cubicBezTo>
                <a:cubicBezTo>
                  <a:pt x="489425" y="3018352"/>
                  <a:pt x="474337" y="3021029"/>
                  <a:pt x="463075" y="3055956"/>
                </a:cubicBezTo>
                <a:cubicBezTo>
                  <a:pt x="469487" y="3072485"/>
                  <a:pt x="464165" y="3083955"/>
                  <a:pt x="455013" y="3094482"/>
                </a:cubicBezTo>
                <a:cubicBezTo>
                  <a:pt x="453131" y="3130054"/>
                  <a:pt x="437643" y="3160106"/>
                  <a:pt x="428391" y="3198850"/>
                </a:cubicBezTo>
                <a:lnTo>
                  <a:pt x="401440" y="3307560"/>
                </a:lnTo>
                <a:lnTo>
                  <a:pt x="386076" y="3373943"/>
                </a:lnTo>
                <a:cubicBezTo>
                  <a:pt x="386236" y="3376061"/>
                  <a:pt x="380537" y="3378856"/>
                  <a:pt x="374726" y="3381364"/>
                </a:cubicBezTo>
                <a:lnTo>
                  <a:pt x="369145" y="3383729"/>
                </a:lnTo>
                <a:lnTo>
                  <a:pt x="364294" y="3414159"/>
                </a:lnTo>
                <a:lnTo>
                  <a:pt x="366450" y="3436925"/>
                </a:lnTo>
                <a:lnTo>
                  <a:pt x="351743" y="3521619"/>
                </a:lnTo>
                <a:lnTo>
                  <a:pt x="345784" y="3603757"/>
                </a:lnTo>
                <a:cubicBezTo>
                  <a:pt x="345255" y="3619979"/>
                  <a:pt x="344727" y="3636202"/>
                  <a:pt x="344198" y="3652424"/>
                </a:cubicBezTo>
                <a:lnTo>
                  <a:pt x="352450" y="3665222"/>
                </a:lnTo>
                <a:lnTo>
                  <a:pt x="342621" y="3700804"/>
                </a:lnTo>
                <a:lnTo>
                  <a:pt x="341514" y="3734774"/>
                </a:lnTo>
                <a:cubicBezTo>
                  <a:pt x="341212" y="3751567"/>
                  <a:pt x="340909" y="3768360"/>
                  <a:pt x="340607" y="3785153"/>
                </a:cubicBezTo>
                <a:cubicBezTo>
                  <a:pt x="340640" y="3786161"/>
                  <a:pt x="340674" y="3787169"/>
                  <a:pt x="340707" y="3788177"/>
                </a:cubicBezTo>
                <a:cubicBezTo>
                  <a:pt x="340592" y="3791719"/>
                  <a:pt x="340476" y="3795261"/>
                  <a:pt x="340361" y="3798803"/>
                </a:cubicBezTo>
                <a:cubicBezTo>
                  <a:pt x="340121" y="3812119"/>
                  <a:pt x="339882" y="3825434"/>
                  <a:pt x="339642" y="3838750"/>
                </a:cubicBezTo>
                <a:cubicBezTo>
                  <a:pt x="337363" y="3949044"/>
                  <a:pt x="361794" y="3960437"/>
                  <a:pt x="360295" y="4015196"/>
                </a:cubicBezTo>
                <a:lnTo>
                  <a:pt x="339043" y="4052778"/>
                </a:lnTo>
                <a:lnTo>
                  <a:pt x="339343" y="4096257"/>
                </a:lnTo>
                <a:cubicBezTo>
                  <a:pt x="362058" y="4159145"/>
                  <a:pt x="332404" y="4250479"/>
                  <a:pt x="340786" y="4321136"/>
                </a:cubicBezTo>
                <a:cubicBezTo>
                  <a:pt x="341421" y="4376624"/>
                  <a:pt x="344189" y="4407708"/>
                  <a:pt x="343158" y="4429174"/>
                </a:cubicBezTo>
                <a:cubicBezTo>
                  <a:pt x="340948" y="4436304"/>
                  <a:pt x="337887" y="4443121"/>
                  <a:pt x="334599" y="4449938"/>
                </a:cubicBezTo>
                <a:lnTo>
                  <a:pt x="332890" y="4453515"/>
                </a:lnTo>
                <a:lnTo>
                  <a:pt x="331105" y="4467941"/>
                </a:lnTo>
                <a:lnTo>
                  <a:pt x="324289" y="4471861"/>
                </a:lnTo>
                <a:lnTo>
                  <a:pt x="317079" y="4493468"/>
                </a:lnTo>
                <a:cubicBezTo>
                  <a:pt x="315353" y="4501584"/>
                  <a:pt x="314639" y="4510343"/>
                  <a:pt x="315557" y="4520067"/>
                </a:cubicBezTo>
                <a:cubicBezTo>
                  <a:pt x="315451" y="4525669"/>
                  <a:pt x="315346" y="4531270"/>
                  <a:pt x="315240" y="4536872"/>
                </a:cubicBezTo>
                <a:lnTo>
                  <a:pt x="316200" y="4538297"/>
                </a:lnTo>
                <a:cubicBezTo>
                  <a:pt x="316738" y="4541182"/>
                  <a:pt x="316785" y="4544563"/>
                  <a:pt x="317507" y="4547582"/>
                </a:cubicBezTo>
                <a:cubicBezTo>
                  <a:pt x="322716" y="4552468"/>
                  <a:pt x="324912" y="4582137"/>
                  <a:pt x="323078" y="4592102"/>
                </a:cubicBezTo>
                <a:cubicBezTo>
                  <a:pt x="314597" y="4619728"/>
                  <a:pt x="334923" y="4645745"/>
                  <a:pt x="328722" y="4667914"/>
                </a:cubicBezTo>
                <a:cubicBezTo>
                  <a:pt x="330810" y="4685069"/>
                  <a:pt x="333803" y="4690356"/>
                  <a:pt x="335597" y="4695035"/>
                </a:cubicBezTo>
                <a:lnTo>
                  <a:pt x="339485" y="4695979"/>
                </a:lnTo>
                <a:lnTo>
                  <a:pt x="341089" y="4704268"/>
                </a:lnTo>
                <a:lnTo>
                  <a:pt x="342177" y="4706060"/>
                </a:lnTo>
                <a:cubicBezTo>
                  <a:pt x="344268" y="4709474"/>
                  <a:pt x="346234" y="4712931"/>
                  <a:pt x="347751" y="4716754"/>
                </a:cubicBezTo>
                <a:lnTo>
                  <a:pt x="344125" y="4764669"/>
                </a:lnTo>
                <a:lnTo>
                  <a:pt x="340188" y="4779386"/>
                </a:lnTo>
                <a:lnTo>
                  <a:pt x="335146" y="4787491"/>
                </a:lnTo>
                <a:lnTo>
                  <a:pt x="319124" y="4843514"/>
                </a:lnTo>
                <a:lnTo>
                  <a:pt x="305956" y="4881505"/>
                </a:lnTo>
                <a:lnTo>
                  <a:pt x="301062" y="4889332"/>
                </a:lnTo>
                <a:lnTo>
                  <a:pt x="302141" y="4899400"/>
                </a:lnTo>
                <a:cubicBezTo>
                  <a:pt x="302767" y="4900706"/>
                  <a:pt x="303536" y="4901803"/>
                  <a:pt x="304424" y="4902664"/>
                </a:cubicBezTo>
                <a:lnTo>
                  <a:pt x="293123" y="4932769"/>
                </a:lnTo>
                <a:lnTo>
                  <a:pt x="292275" y="4936482"/>
                </a:lnTo>
                <a:lnTo>
                  <a:pt x="288304" y="4962325"/>
                </a:lnTo>
                <a:cubicBezTo>
                  <a:pt x="288009" y="4988948"/>
                  <a:pt x="287715" y="5015570"/>
                  <a:pt x="287420" y="5042193"/>
                </a:cubicBezTo>
                <a:cubicBezTo>
                  <a:pt x="295373" y="5039737"/>
                  <a:pt x="281659" y="5060438"/>
                  <a:pt x="287020" y="5065655"/>
                </a:cubicBezTo>
                <a:cubicBezTo>
                  <a:pt x="291675" y="5068928"/>
                  <a:pt x="288601" y="5075970"/>
                  <a:pt x="288488" y="5082216"/>
                </a:cubicBezTo>
                <a:cubicBezTo>
                  <a:pt x="292282" y="5088207"/>
                  <a:pt x="287008" y="5117775"/>
                  <a:pt x="282763" y="5127114"/>
                </a:cubicBezTo>
                <a:cubicBezTo>
                  <a:pt x="267723" y="5152218"/>
                  <a:pt x="280799" y="5182399"/>
                  <a:pt x="269316" y="5202682"/>
                </a:cubicBezTo>
                <a:cubicBezTo>
                  <a:pt x="267050" y="5219969"/>
                  <a:pt x="268614" y="5225841"/>
                  <a:pt x="269174" y="5230835"/>
                </a:cubicBezTo>
                <a:lnTo>
                  <a:pt x="272679" y="5232660"/>
                </a:lnTo>
                <a:lnTo>
                  <a:pt x="272160" y="5241150"/>
                </a:lnTo>
                <a:lnTo>
                  <a:pt x="272760" y="5243156"/>
                </a:lnTo>
                <a:cubicBezTo>
                  <a:pt x="273922" y="5246984"/>
                  <a:pt x="274952" y="5250824"/>
                  <a:pt x="275462" y="5254919"/>
                </a:cubicBezTo>
                <a:cubicBezTo>
                  <a:pt x="258407" y="5258851"/>
                  <a:pt x="276976" y="5290392"/>
                  <a:pt x="262897" y="5286259"/>
                </a:cubicBezTo>
                <a:cubicBezTo>
                  <a:pt x="262724" y="5309439"/>
                  <a:pt x="239612" y="5337531"/>
                  <a:pt x="252761" y="5357801"/>
                </a:cubicBezTo>
                <a:cubicBezTo>
                  <a:pt x="248775" y="5392256"/>
                  <a:pt x="247799" y="5423412"/>
                  <a:pt x="242360" y="5460080"/>
                </a:cubicBezTo>
                <a:cubicBezTo>
                  <a:pt x="232632" y="5488478"/>
                  <a:pt x="242025" y="5519143"/>
                  <a:pt x="229880" y="5539714"/>
                </a:cubicBezTo>
                <a:cubicBezTo>
                  <a:pt x="230558" y="5572454"/>
                  <a:pt x="222150" y="5613340"/>
                  <a:pt x="204283" y="5639080"/>
                </a:cubicBezTo>
                <a:cubicBezTo>
                  <a:pt x="201596" y="5674226"/>
                  <a:pt x="191051" y="5680198"/>
                  <a:pt x="198948" y="5710958"/>
                </a:cubicBezTo>
                <a:cubicBezTo>
                  <a:pt x="196338" y="5713534"/>
                  <a:pt x="194185" y="5716550"/>
                  <a:pt x="192367" y="5719859"/>
                </a:cubicBezTo>
                <a:lnTo>
                  <a:pt x="188035" y="5729935"/>
                </a:lnTo>
                <a:lnTo>
                  <a:pt x="188428" y="5731182"/>
                </a:lnTo>
                <a:lnTo>
                  <a:pt x="181635" y="5753538"/>
                </a:lnTo>
                <a:lnTo>
                  <a:pt x="169744" y="5796307"/>
                </a:lnTo>
                <a:lnTo>
                  <a:pt x="170351" y="5796644"/>
                </a:lnTo>
                <a:cubicBezTo>
                  <a:pt x="171558" y="5797954"/>
                  <a:pt x="172173" y="5799948"/>
                  <a:pt x="171559" y="5803435"/>
                </a:cubicBezTo>
                <a:cubicBezTo>
                  <a:pt x="182664" y="5798231"/>
                  <a:pt x="175075" y="5805646"/>
                  <a:pt x="172284" y="5816391"/>
                </a:cubicBezTo>
                <a:cubicBezTo>
                  <a:pt x="188911" y="5810703"/>
                  <a:pt x="174844" y="5841128"/>
                  <a:pt x="182542" y="5846382"/>
                </a:cubicBezTo>
                <a:cubicBezTo>
                  <a:pt x="180118" y="5854404"/>
                  <a:pt x="177856" y="5862781"/>
                  <a:pt x="175877" y="5871336"/>
                </a:cubicBezTo>
                <a:lnTo>
                  <a:pt x="174910" y="5876376"/>
                </a:lnTo>
                <a:lnTo>
                  <a:pt x="175047" y="5876483"/>
                </a:lnTo>
                <a:cubicBezTo>
                  <a:pt x="175167" y="5877594"/>
                  <a:pt x="174973" y="5879257"/>
                  <a:pt x="174335" y="5881814"/>
                </a:cubicBezTo>
                <a:lnTo>
                  <a:pt x="171273" y="5895339"/>
                </a:lnTo>
                <a:cubicBezTo>
                  <a:pt x="171401" y="5896476"/>
                  <a:pt x="171530" y="5897612"/>
                  <a:pt x="171658" y="5898749"/>
                </a:cubicBezTo>
                <a:lnTo>
                  <a:pt x="174658" y="5919558"/>
                </a:lnTo>
                <a:cubicBezTo>
                  <a:pt x="173958" y="5933601"/>
                  <a:pt x="171208" y="5962838"/>
                  <a:pt x="169099" y="5984417"/>
                </a:cubicBezTo>
                <a:cubicBezTo>
                  <a:pt x="162916" y="6005205"/>
                  <a:pt x="164971" y="6025162"/>
                  <a:pt x="162007" y="6049043"/>
                </a:cubicBezTo>
                <a:cubicBezTo>
                  <a:pt x="150795" y="6073830"/>
                  <a:pt x="160091" y="6088483"/>
                  <a:pt x="156875" y="6114000"/>
                </a:cubicBezTo>
                <a:cubicBezTo>
                  <a:pt x="141597" y="6134477"/>
                  <a:pt x="163381" y="6133378"/>
                  <a:pt x="165441" y="6146938"/>
                </a:cubicBezTo>
                <a:lnTo>
                  <a:pt x="165177" y="6150658"/>
                </a:lnTo>
                <a:lnTo>
                  <a:pt x="161772" y="6160011"/>
                </a:lnTo>
                <a:lnTo>
                  <a:pt x="160051" y="6163393"/>
                </a:lnTo>
                <a:cubicBezTo>
                  <a:pt x="159032" y="6165775"/>
                  <a:pt x="158564" y="6167421"/>
                  <a:pt x="158473" y="6168628"/>
                </a:cubicBezTo>
                <a:cubicBezTo>
                  <a:pt x="158506" y="6168685"/>
                  <a:pt x="158540" y="6168742"/>
                  <a:pt x="158573" y="6168799"/>
                </a:cubicBezTo>
                <a:lnTo>
                  <a:pt x="146463" y="6196671"/>
                </a:lnTo>
                <a:cubicBezTo>
                  <a:pt x="152348" y="6205503"/>
                  <a:pt x="134460" y="6231012"/>
                  <a:pt x="150209" y="6232365"/>
                </a:cubicBezTo>
                <a:cubicBezTo>
                  <a:pt x="145821" y="6242321"/>
                  <a:pt x="137774" y="6246719"/>
                  <a:pt x="148544" y="6246162"/>
                </a:cubicBezTo>
                <a:cubicBezTo>
                  <a:pt x="147378" y="6249522"/>
                  <a:pt x="147566" y="6251866"/>
                  <a:pt x="148403" y="6253754"/>
                </a:cubicBezTo>
                <a:lnTo>
                  <a:pt x="138880" y="6276449"/>
                </a:lnTo>
                <a:cubicBezTo>
                  <a:pt x="138814" y="6277540"/>
                  <a:pt x="138749" y="6278630"/>
                  <a:pt x="138683" y="6279721"/>
                </a:cubicBezTo>
                <a:lnTo>
                  <a:pt x="130721" y="6293675"/>
                </a:lnTo>
                <a:lnTo>
                  <a:pt x="120717" y="6313967"/>
                </a:lnTo>
                <a:cubicBezTo>
                  <a:pt x="120758" y="6314457"/>
                  <a:pt x="120800" y="6314947"/>
                  <a:pt x="120841" y="6315437"/>
                </a:cubicBezTo>
                <a:lnTo>
                  <a:pt x="115208" y="6324024"/>
                </a:lnTo>
                <a:cubicBezTo>
                  <a:pt x="113007" y="6326672"/>
                  <a:pt x="103991" y="6364381"/>
                  <a:pt x="101217" y="6365923"/>
                </a:cubicBezTo>
                <a:lnTo>
                  <a:pt x="74946" y="6556817"/>
                </a:lnTo>
                <a:cubicBezTo>
                  <a:pt x="55357" y="6665926"/>
                  <a:pt x="35695" y="6744075"/>
                  <a:pt x="16001" y="6808678"/>
                </a:cubicBezTo>
                <a:lnTo>
                  <a:pt x="0" y="6858000"/>
                </a:lnTo>
                <a:lnTo>
                  <a:pt x="5734864" y="6858000"/>
                </a:lnTo>
                <a:lnTo>
                  <a:pt x="5734864"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el 1">
            <a:extLst>
              <a:ext uri="{FF2B5EF4-FFF2-40B4-BE49-F238E27FC236}">
                <a16:creationId xmlns:a16="http://schemas.microsoft.com/office/drawing/2014/main" id="{60F6F61D-7D6F-7367-1DF3-7ED7A8FAC6A3}"/>
              </a:ext>
            </a:extLst>
          </p:cNvPr>
          <p:cNvSpPr>
            <a:spLocks noGrp="1"/>
          </p:cNvSpPr>
          <p:nvPr>
            <p:ph type="title"/>
          </p:nvPr>
        </p:nvSpPr>
        <p:spPr>
          <a:xfrm>
            <a:off x="773408" y="992094"/>
            <a:ext cx="3616913" cy="2795160"/>
          </a:xfrm>
        </p:spPr>
        <p:txBody>
          <a:bodyPr vert="horz" lIns="91440" tIns="45720" rIns="91440" bIns="45720" rtlCol="0" anchor="b">
            <a:normAutofit/>
          </a:bodyPr>
          <a:lstStyle/>
          <a:p>
            <a:pPr algn="ctr"/>
            <a:r>
              <a:rPr lang="en-US" b="1" dirty="0"/>
              <a:t>Live Demo</a:t>
            </a:r>
          </a:p>
        </p:txBody>
      </p:sp>
      <p:pic>
        <p:nvPicPr>
          <p:cNvPr id="6" name="Graphic 5" descr="Wiedergabe">
            <a:extLst>
              <a:ext uri="{FF2B5EF4-FFF2-40B4-BE49-F238E27FC236}">
                <a16:creationId xmlns:a16="http://schemas.microsoft.com/office/drawing/2014/main" id="{498C199B-4DBB-5339-7A23-264C39420A7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389916" y="593725"/>
            <a:ext cx="5670549" cy="5670549"/>
          </a:xfrm>
          <a:prstGeom prst="rect">
            <a:avLst/>
          </a:prstGeom>
        </p:spPr>
      </p:pic>
    </p:spTree>
    <p:extLst>
      <p:ext uri="{BB962C8B-B14F-4D97-AF65-F5344CB8AC3E}">
        <p14:creationId xmlns:p14="http://schemas.microsoft.com/office/powerpoint/2010/main" val="19943578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2BDC414-1F00-1E79-9018-6440E0B9BE7D}"/>
              </a:ext>
            </a:extLst>
          </p:cNvPr>
          <p:cNvSpPr>
            <a:spLocks noGrp="1"/>
          </p:cNvSpPr>
          <p:nvPr>
            <p:ph type="title"/>
          </p:nvPr>
        </p:nvSpPr>
        <p:spPr/>
        <p:txBody>
          <a:bodyPr/>
          <a:lstStyle/>
          <a:p>
            <a:r>
              <a:rPr lang="de-DE" b="1" dirty="0"/>
              <a:t>Herausforderungen / Schwierigkeiten</a:t>
            </a:r>
            <a:endParaRPr lang="de-AT" b="1" dirty="0"/>
          </a:p>
        </p:txBody>
      </p:sp>
      <p:sp>
        <p:nvSpPr>
          <p:cNvPr id="3" name="Inhaltsplatzhalter 2">
            <a:extLst>
              <a:ext uri="{FF2B5EF4-FFF2-40B4-BE49-F238E27FC236}">
                <a16:creationId xmlns:a16="http://schemas.microsoft.com/office/drawing/2014/main" id="{6510033C-1637-ED63-6528-613CEDCCDAE3}"/>
              </a:ext>
            </a:extLst>
          </p:cNvPr>
          <p:cNvSpPr>
            <a:spLocks noGrp="1"/>
          </p:cNvSpPr>
          <p:nvPr>
            <p:ph idx="1"/>
          </p:nvPr>
        </p:nvSpPr>
        <p:spPr>
          <a:xfrm>
            <a:off x="838200" y="1577269"/>
            <a:ext cx="10515600" cy="4351338"/>
          </a:xfrm>
        </p:spPr>
        <p:txBody>
          <a:bodyPr>
            <a:noAutofit/>
          </a:bodyPr>
          <a:lstStyle/>
          <a:p>
            <a:r>
              <a:rPr lang="de-DE" sz="2500" dirty="0"/>
              <a:t>Neues Team → Rollenverteilung &amp; gemeinsame Arbeitsweise mussten sich erst einspielen</a:t>
            </a:r>
          </a:p>
          <a:p>
            <a:pPr marL="0" indent="0">
              <a:buNone/>
            </a:pPr>
            <a:endParaRPr lang="de-DE" sz="2500" dirty="0"/>
          </a:p>
          <a:p>
            <a:r>
              <a:rPr lang="de-DE" sz="2500" dirty="0"/>
              <a:t>Trotz Jira-Erfahrung war die saubere und übersichtliche Dokumentation anfangs schwierig</a:t>
            </a:r>
          </a:p>
          <a:p>
            <a:endParaRPr lang="de-DE" sz="2500" dirty="0"/>
          </a:p>
          <a:p>
            <a:r>
              <a:rPr lang="de-DE" sz="2500" dirty="0"/>
              <a:t>User Stories &amp; Aufgabenstruktur brauchten Zeit, bis alles klar definiert war</a:t>
            </a:r>
          </a:p>
          <a:p>
            <a:endParaRPr lang="de-DE" sz="2500" dirty="0"/>
          </a:p>
          <a:p>
            <a:r>
              <a:rPr lang="de-DE" sz="2500" dirty="0"/>
              <a:t>Einarbeitung in SQLite, Entity Framework und Razor Pages war anfangs aufwendig, läuft jetzt aber deutlich besser</a:t>
            </a:r>
          </a:p>
        </p:txBody>
      </p:sp>
    </p:spTree>
    <p:extLst>
      <p:ext uri="{BB962C8B-B14F-4D97-AF65-F5344CB8AC3E}">
        <p14:creationId xmlns:p14="http://schemas.microsoft.com/office/powerpoint/2010/main" val="15157541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7DE3899-1206-FE3A-5955-8EFC6EC74CA7}"/>
              </a:ext>
            </a:extLst>
          </p:cNvPr>
          <p:cNvSpPr>
            <a:spLocks noGrp="1"/>
          </p:cNvSpPr>
          <p:nvPr>
            <p:ph type="title"/>
          </p:nvPr>
        </p:nvSpPr>
        <p:spPr/>
        <p:txBody>
          <a:bodyPr/>
          <a:lstStyle/>
          <a:p>
            <a:r>
              <a:rPr lang="de-DE" b="1" dirty="0"/>
              <a:t>Ausblick</a:t>
            </a:r>
            <a:endParaRPr lang="de-AT" b="1" dirty="0"/>
          </a:p>
        </p:txBody>
      </p:sp>
      <p:sp>
        <p:nvSpPr>
          <p:cNvPr id="3" name="Inhaltsplatzhalter 2">
            <a:extLst>
              <a:ext uri="{FF2B5EF4-FFF2-40B4-BE49-F238E27FC236}">
                <a16:creationId xmlns:a16="http://schemas.microsoft.com/office/drawing/2014/main" id="{EE9FF5D1-1805-0684-EEFF-EBF63DA29339}"/>
              </a:ext>
            </a:extLst>
          </p:cNvPr>
          <p:cNvSpPr>
            <a:spLocks noGrp="1"/>
          </p:cNvSpPr>
          <p:nvPr>
            <p:ph idx="1"/>
          </p:nvPr>
        </p:nvSpPr>
        <p:spPr/>
        <p:txBody>
          <a:bodyPr>
            <a:normAutofit fontScale="85000" lnSpcReduction="10000"/>
          </a:bodyPr>
          <a:lstStyle/>
          <a:p>
            <a:r>
              <a:rPr lang="de-AT" dirty="0"/>
              <a:t>Funktionsfähigen Warenkorb implementieren</a:t>
            </a:r>
          </a:p>
          <a:p>
            <a:pPr lvl="1"/>
            <a:r>
              <a:rPr lang="de-DE" dirty="0"/>
              <a:t>Produkte sollen hinzugefügt, entfernt und in der Menge angepasst werden können.</a:t>
            </a:r>
          </a:p>
          <a:p>
            <a:pPr marL="457200" lvl="1" indent="0">
              <a:buNone/>
            </a:pPr>
            <a:endParaRPr lang="de-AT" dirty="0"/>
          </a:p>
          <a:p>
            <a:r>
              <a:rPr lang="de-AT" dirty="0"/>
              <a:t>Checkout-System umsetzen</a:t>
            </a:r>
          </a:p>
          <a:p>
            <a:pPr lvl="1"/>
            <a:r>
              <a:rPr lang="de-DE" dirty="0"/>
              <a:t>Abschluss einer Bestellung inkl. Zusammenfassung, Versand-/Adressdaten und Bestellübersicht.</a:t>
            </a:r>
          </a:p>
          <a:p>
            <a:pPr marL="457200" lvl="1" indent="0">
              <a:buNone/>
            </a:pPr>
            <a:endParaRPr lang="de-DE" dirty="0"/>
          </a:p>
          <a:p>
            <a:r>
              <a:rPr lang="de-DE" dirty="0"/>
              <a:t>Merkliste / „Produkte merken“-Funktion hinzufügen</a:t>
            </a:r>
          </a:p>
          <a:p>
            <a:pPr lvl="1"/>
            <a:r>
              <a:rPr lang="de-DE" dirty="0" err="1"/>
              <a:t>Nutzer:innen</a:t>
            </a:r>
            <a:r>
              <a:rPr lang="de-DE" dirty="0"/>
              <a:t> können Produkte speichern, ohne sie sofort zu kaufen.</a:t>
            </a:r>
          </a:p>
          <a:p>
            <a:pPr marL="457200" lvl="1" indent="0">
              <a:buNone/>
            </a:pPr>
            <a:endParaRPr lang="de-DE" dirty="0"/>
          </a:p>
          <a:p>
            <a:r>
              <a:rPr lang="de-AT" dirty="0"/>
              <a:t>Admin-Bereich erweitern</a:t>
            </a:r>
          </a:p>
          <a:p>
            <a:pPr lvl="1"/>
            <a:r>
              <a:rPr lang="de-DE" dirty="0"/>
              <a:t>Verwaltung von Produkten, Kategorien und Materialbeständen; Rechteverwaltung verbessern.</a:t>
            </a:r>
            <a:endParaRPr lang="de-AT" dirty="0"/>
          </a:p>
        </p:txBody>
      </p:sp>
    </p:spTree>
    <p:extLst>
      <p:ext uri="{BB962C8B-B14F-4D97-AF65-F5344CB8AC3E}">
        <p14:creationId xmlns:p14="http://schemas.microsoft.com/office/powerpoint/2010/main" val="2776281465"/>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482</Words>
  <Application>Microsoft Office PowerPoint</Application>
  <PresentationFormat>Breitbild</PresentationFormat>
  <Paragraphs>80</Paragraphs>
  <Slides>8</Slides>
  <Notes>4</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8</vt:i4>
      </vt:variant>
    </vt:vector>
  </HeadingPairs>
  <TitlesOfParts>
    <vt:vector size="12" baseType="lpstr">
      <vt:lpstr>Aptos</vt:lpstr>
      <vt:lpstr>Aptos Display</vt:lpstr>
      <vt:lpstr>Arial</vt:lpstr>
      <vt:lpstr>Office</vt:lpstr>
      <vt:lpstr>Berchtold HolzbauplanWebshop</vt:lpstr>
      <vt:lpstr>Überblick</vt:lpstr>
      <vt:lpstr>Rückblick</vt:lpstr>
      <vt:lpstr>Ziele</vt:lpstr>
      <vt:lpstr>Sprint 2</vt:lpstr>
      <vt:lpstr>Live Demo</vt:lpstr>
      <vt:lpstr>Herausforderungen / Schwierigkeiten</vt:lpstr>
      <vt:lpstr>Ausblick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Julian Halbmayr</dc:creator>
  <cp:lastModifiedBy>Julian Halbmayr</cp:lastModifiedBy>
  <cp:revision>37</cp:revision>
  <dcterms:created xsi:type="dcterms:W3CDTF">2025-04-23T08:44:09Z</dcterms:created>
  <dcterms:modified xsi:type="dcterms:W3CDTF">2025-12-02T07:49:22Z</dcterms:modified>
</cp:coreProperties>
</file>