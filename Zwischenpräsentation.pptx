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8" r:id="rId2"/>
    <p:sldId id="259" r:id="rId3"/>
    <p:sldId id="260" r:id="rId4"/>
    <p:sldId id="261" r:id="rId5"/>
    <p:sldId id="262" r:id="rId6"/>
    <p:sldId id="263" r:id="rId7"/>
    <p:sldId id="264" r:id="rId8"/>
    <p:sldId id="265" r:id="rId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303" autoAdjust="0"/>
  </p:normalViewPr>
  <p:slideViewPr>
    <p:cSldViewPr snapToGrid="0">
      <p:cViewPr varScale="1">
        <p:scale>
          <a:sx n="83" d="100"/>
          <a:sy n="83" d="100"/>
        </p:scale>
        <p:origin x="167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1149C1-CFD3-4BDE-9D10-02604268D43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28A73D1-AD19-402A-9A87-A60C52125F98}">
      <dgm:prSet/>
      <dgm:spPr/>
      <dgm:t>
        <a:bodyPr/>
        <a:lstStyle/>
        <a:p>
          <a:pPr>
            <a:lnSpc>
              <a:spcPct val="100000"/>
            </a:lnSpc>
          </a:pPr>
          <a:r>
            <a:rPr lang="de-DE"/>
            <a:t>Rückblick</a:t>
          </a:r>
          <a:endParaRPr lang="en-US"/>
        </a:p>
      </dgm:t>
    </dgm:pt>
    <dgm:pt modelId="{BD0A2743-E90D-43C9-A4C0-A84B706B744B}" type="parTrans" cxnId="{2EC4C550-8EB0-4E77-9E3C-DF52EB1FD2F2}">
      <dgm:prSet/>
      <dgm:spPr/>
      <dgm:t>
        <a:bodyPr/>
        <a:lstStyle/>
        <a:p>
          <a:endParaRPr lang="en-US"/>
        </a:p>
      </dgm:t>
    </dgm:pt>
    <dgm:pt modelId="{67CB4D47-D9F7-4597-9D23-3114CC17D568}" type="sibTrans" cxnId="{2EC4C550-8EB0-4E77-9E3C-DF52EB1FD2F2}">
      <dgm:prSet/>
      <dgm:spPr/>
      <dgm:t>
        <a:bodyPr/>
        <a:lstStyle/>
        <a:p>
          <a:endParaRPr lang="en-US"/>
        </a:p>
      </dgm:t>
    </dgm:pt>
    <dgm:pt modelId="{1ADA2BD3-2895-42CA-AC30-ABFC3EFDC945}">
      <dgm:prSet/>
      <dgm:spPr/>
      <dgm:t>
        <a:bodyPr/>
        <a:lstStyle/>
        <a:p>
          <a:pPr>
            <a:lnSpc>
              <a:spcPct val="100000"/>
            </a:lnSpc>
          </a:pPr>
          <a:r>
            <a:rPr lang="de-DE"/>
            <a:t>Ziele</a:t>
          </a:r>
          <a:endParaRPr lang="en-US"/>
        </a:p>
      </dgm:t>
    </dgm:pt>
    <dgm:pt modelId="{93E1869B-37AD-4D68-BBC5-73A279DC3DB0}" type="parTrans" cxnId="{6015D94B-C7F2-4B06-B096-E7CCD928E405}">
      <dgm:prSet/>
      <dgm:spPr/>
      <dgm:t>
        <a:bodyPr/>
        <a:lstStyle/>
        <a:p>
          <a:endParaRPr lang="en-US"/>
        </a:p>
      </dgm:t>
    </dgm:pt>
    <dgm:pt modelId="{626E2F73-9BD7-4EC1-A838-31EF0F243F87}" type="sibTrans" cxnId="{6015D94B-C7F2-4B06-B096-E7CCD928E405}">
      <dgm:prSet/>
      <dgm:spPr/>
      <dgm:t>
        <a:bodyPr/>
        <a:lstStyle/>
        <a:p>
          <a:endParaRPr lang="en-US"/>
        </a:p>
      </dgm:t>
    </dgm:pt>
    <dgm:pt modelId="{719E71AC-7690-4485-AD3F-9993CEDF350A}">
      <dgm:prSet/>
      <dgm:spPr/>
      <dgm:t>
        <a:bodyPr/>
        <a:lstStyle/>
        <a:p>
          <a:pPr>
            <a:lnSpc>
              <a:spcPct val="100000"/>
            </a:lnSpc>
          </a:pPr>
          <a:r>
            <a:rPr lang="de-DE"/>
            <a:t>Sprint 2</a:t>
          </a:r>
          <a:endParaRPr lang="en-US"/>
        </a:p>
      </dgm:t>
    </dgm:pt>
    <dgm:pt modelId="{0892FD06-E0A5-4785-8F49-FB506834C6D2}" type="parTrans" cxnId="{767643AC-1C64-45E0-B81D-72993E38E568}">
      <dgm:prSet/>
      <dgm:spPr/>
      <dgm:t>
        <a:bodyPr/>
        <a:lstStyle/>
        <a:p>
          <a:endParaRPr lang="en-US"/>
        </a:p>
      </dgm:t>
    </dgm:pt>
    <dgm:pt modelId="{4318AC95-012B-4280-9A0D-E94A49294462}" type="sibTrans" cxnId="{767643AC-1C64-45E0-B81D-72993E38E568}">
      <dgm:prSet/>
      <dgm:spPr/>
      <dgm:t>
        <a:bodyPr/>
        <a:lstStyle/>
        <a:p>
          <a:endParaRPr lang="en-US"/>
        </a:p>
      </dgm:t>
    </dgm:pt>
    <dgm:pt modelId="{FF6EA48B-70D5-4A06-ADA7-0D3C8441C322}">
      <dgm:prSet/>
      <dgm:spPr/>
      <dgm:t>
        <a:bodyPr/>
        <a:lstStyle/>
        <a:p>
          <a:pPr>
            <a:lnSpc>
              <a:spcPct val="100000"/>
            </a:lnSpc>
          </a:pPr>
          <a:r>
            <a:rPr lang="de-DE"/>
            <a:t>Live Demo</a:t>
          </a:r>
          <a:endParaRPr lang="en-US"/>
        </a:p>
      </dgm:t>
    </dgm:pt>
    <dgm:pt modelId="{90FFC0EC-52CF-4063-91CD-E6A434F70611}" type="parTrans" cxnId="{4EF0C7D6-E213-4018-BE80-F48AC19FDB93}">
      <dgm:prSet/>
      <dgm:spPr/>
      <dgm:t>
        <a:bodyPr/>
        <a:lstStyle/>
        <a:p>
          <a:endParaRPr lang="en-US"/>
        </a:p>
      </dgm:t>
    </dgm:pt>
    <dgm:pt modelId="{D5E04BDF-8D8D-4D05-A783-44F8A643D01A}" type="sibTrans" cxnId="{4EF0C7D6-E213-4018-BE80-F48AC19FDB93}">
      <dgm:prSet/>
      <dgm:spPr/>
      <dgm:t>
        <a:bodyPr/>
        <a:lstStyle/>
        <a:p>
          <a:endParaRPr lang="en-US"/>
        </a:p>
      </dgm:t>
    </dgm:pt>
    <dgm:pt modelId="{277E0D86-93C4-4788-8D46-BD0AD291AB3D}">
      <dgm:prSet/>
      <dgm:spPr/>
      <dgm:t>
        <a:bodyPr/>
        <a:lstStyle/>
        <a:p>
          <a:pPr>
            <a:lnSpc>
              <a:spcPct val="100000"/>
            </a:lnSpc>
          </a:pPr>
          <a:r>
            <a:rPr lang="de-DE"/>
            <a:t>Herausforderungen</a:t>
          </a:r>
          <a:endParaRPr lang="en-US"/>
        </a:p>
      </dgm:t>
    </dgm:pt>
    <dgm:pt modelId="{D008D7B5-E6E6-4F7F-937F-F6EDFB6BD715}" type="parTrans" cxnId="{FAF17B52-D2C0-4D12-8030-36745EA09CA3}">
      <dgm:prSet/>
      <dgm:spPr/>
      <dgm:t>
        <a:bodyPr/>
        <a:lstStyle/>
        <a:p>
          <a:endParaRPr lang="en-US"/>
        </a:p>
      </dgm:t>
    </dgm:pt>
    <dgm:pt modelId="{0CC8A3EA-E66E-4BB3-A30A-EA5C6B9CF79D}" type="sibTrans" cxnId="{FAF17B52-D2C0-4D12-8030-36745EA09CA3}">
      <dgm:prSet/>
      <dgm:spPr/>
      <dgm:t>
        <a:bodyPr/>
        <a:lstStyle/>
        <a:p>
          <a:endParaRPr lang="en-US"/>
        </a:p>
      </dgm:t>
    </dgm:pt>
    <dgm:pt modelId="{49260B99-4A13-4B17-ADD9-F36BAF7BDEA2}">
      <dgm:prSet/>
      <dgm:spPr/>
      <dgm:t>
        <a:bodyPr/>
        <a:lstStyle/>
        <a:p>
          <a:pPr>
            <a:lnSpc>
              <a:spcPct val="100000"/>
            </a:lnSpc>
          </a:pPr>
          <a:r>
            <a:rPr lang="de-DE"/>
            <a:t>Ausblick</a:t>
          </a:r>
          <a:endParaRPr lang="en-US"/>
        </a:p>
      </dgm:t>
    </dgm:pt>
    <dgm:pt modelId="{0268F5FA-6BEA-4C2D-9B0D-AE2BD0ADED10}" type="parTrans" cxnId="{30D5EFA4-BC2E-483F-8AA5-0961A4777EDB}">
      <dgm:prSet/>
      <dgm:spPr/>
      <dgm:t>
        <a:bodyPr/>
        <a:lstStyle/>
        <a:p>
          <a:endParaRPr lang="en-US"/>
        </a:p>
      </dgm:t>
    </dgm:pt>
    <dgm:pt modelId="{1F1804D0-F0D4-4E07-8CC7-0AD6B7F8DC81}" type="sibTrans" cxnId="{30D5EFA4-BC2E-483F-8AA5-0961A4777EDB}">
      <dgm:prSet/>
      <dgm:spPr/>
      <dgm:t>
        <a:bodyPr/>
        <a:lstStyle/>
        <a:p>
          <a:endParaRPr lang="en-US"/>
        </a:p>
      </dgm:t>
    </dgm:pt>
    <dgm:pt modelId="{2B2C1B6B-0323-439B-B6E9-F430445964CB}" type="pres">
      <dgm:prSet presAssocID="{601149C1-CFD3-4BDE-9D10-02604268D43E}" presName="root" presStyleCnt="0">
        <dgm:presLayoutVars>
          <dgm:dir/>
          <dgm:resizeHandles val="exact"/>
        </dgm:presLayoutVars>
      </dgm:prSet>
      <dgm:spPr/>
    </dgm:pt>
    <dgm:pt modelId="{39639DAE-57AE-47FA-81A0-259B8577772D}" type="pres">
      <dgm:prSet presAssocID="{728A73D1-AD19-402A-9A87-A60C52125F98}" presName="compNode" presStyleCnt="0"/>
      <dgm:spPr/>
    </dgm:pt>
    <dgm:pt modelId="{2A59D14B-8B7F-4E99-ADBA-795F2B0209F3}" type="pres">
      <dgm:prSet presAssocID="{728A73D1-AD19-402A-9A87-A60C52125F98}" presName="bgRect" presStyleLbl="bgShp" presStyleIdx="0" presStyleCnt="6"/>
      <dgm:spPr/>
    </dgm:pt>
    <dgm:pt modelId="{E8B130CA-0AFA-4234-8BE1-66B0B0D1AE54}" type="pres">
      <dgm:prSet presAssocID="{728A73D1-AD19-402A-9A87-A60C52125F9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iedergabe"/>
        </a:ext>
      </dgm:extLst>
    </dgm:pt>
    <dgm:pt modelId="{69C34663-0C6A-4F72-A685-C0A7997F2A72}" type="pres">
      <dgm:prSet presAssocID="{728A73D1-AD19-402A-9A87-A60C52125F98}" presName="spaceRect" presStyleCnt="0"/>
      <dgm:spPr/>
    </dgm:pt>
    <dgm:pt modelId="{E4A515B2-3268-48C3-87A0-95A36BCD3448}" type="pres">
      <dgm:prSet presAssocID="{728A73D1-AD19-402A-9A87-A60C52125F98}" presName="parTx" presStyleLbl="revTx" presStyleIdx="0" presStyleCnt="6">
        <dgm:presLayoutVars>
          <dgm:chMax val="0"/>
          <dgm:chPref val="0"/>
        </dgm:presLayoutVars>
      </dgm:prSet>
      <dgm:spPr/>
    </dgm:pt>
    <dgm:pt modelId="{07E43460-659C-480B-AA8E-A87DB58C6AEF}" type="pres">
      <dgm:prSet presAssocID="{67CB4D47-D9F7-4597-9D23-3114CC17D568}" presName="sibTrans" presStyleCnt="0"/>
      <dgm:spPr/>
    </dgm:pt>
    <dgm:pt modelId="{E93C86F1-37D0-4786-B483-1DA429744DBC}" type="pres">
      <dgm:prSet presAssocID="{1ADA2BD3-2895-42CA-AC30-ABFC3EFDC945}" presName="compNode" presStyleCnt="0"/>
      <dgm:spPr/>
    </dgm:pt>
    <dgm:pt modelId="{812254B3-7D31-4D9E-B455-1B0DEB48EF4B}" type="pres">
      <dgm:prSet presAssocID="{1ADA2BD3-2895-42CA-AC30-ABFC3EFDC945}" presName="bgRect" presStyleLbl="bgShp" presStyleIdx="1" presStyleCnt="6"/>
      <dgm:spPr/>
    </dgm:pt>
    <dgm:pt modelId="{DBBEADC9-4EC3-4DB3-8005-34FD7E56383D}" type="pres">
      <dgm:prSet presAssocID="{1ADA2BD3-2895-42CA-AC30-ABFC3EFDC94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Volltreffer"/>
        </a:ext>
      </dgm:extLst>
    </dgm:pt>
    <dgm:pt modelId="{EED83F29-3048-420F-B3CE-FBCA214D9C70}" type="pres">
      <dgm:prSet presAssocID="{1ADA2BD3-2895-42CA-AC30-ABFC3EFDC945}" presName="spaceRect" presStyleCnt="0"/>
      <dgm:spPr/>
    </dgm:pt>
    <dgm:pt modelId="{B3C5D237-A6BE-4F20-A02E-FFB882236D87}" type="pres">
      <dgm:prSet presAssocID="{1ADA2BD3-2895-42CA-AC30-ABFC3EFDC945}" presName="parTx" presStyleLbl="revTx" presStyleIdx="1" presStyleCnt="6">
        <dgm:presLayoutVars>
          <dgm:chMax val="0"/>
          <dgm:chPref val="0"/>
        </dgm:presLayoutVars>
      </dgm:prSet>
      <dgm:spPr/>
    </dgm:pt>
    <dgm:pt modelId="{16F6E5B0-0820-4193-A578-A9640064604D}" type="pres">
      <dgm:prSet presAssocID="{626E2F73-9BD7-4EC1-A838-31EF0F243F87}" presName="sibTrans" presStyleCnt="0"/>
      <dgm:spPr/>
    </dgm:pt>
    <dgm:pt modelId="{1B212770-5F59-474E-8F2F-A23FECA7B57C}" type="pres">
      <dgm:prSet presAssocID="{719E71AC-7690-4485-AD3F-9993CEDF350A}" presName="compNode" presStyleCnt="0"/>
      <dgm:spPr/>
    </dgm:pt>
    <dgm:pt modelId="{E1AC144A-DCEE-4982-8978-9FBE71B64C2C}" type="pres">
      <dgm:prSet presAssocID="{719E71AC-7690-4485-AD3F-9993CEDF350A}" presName="bgRect" presStyleLbl="bgShp" presStyleIdx="2" presStyleCnt="6"/>
      <dgm:spPr/>
    </dgm:pt>
    <dgm:pt modelId="{309968D7-8D19-4CEB-9869-468B4511EC38}" type="pres">
      <dgm:prSet presAssocID="{719E71AC-7690-4485-AD3F-9993CEDF350A}"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Ausführen"/>
        </a:ext>
      </dgm:extLst>
    </dgm:pt>
    <dgm:pt modelId="{7C9FDCB4-786B-4FC9-9212-28607006E4B8}" type="pres">
      <dgm:prSet presAssocID="{719E71AC-7690-4485-AD3F-9993CEDF350A}" presName="spaceRect" presStyleCnt="0"/>
      <dgm:spPr/>
    </dgm:pt>
    <dgm:pt modelId="{59323AEC-F1F3-4529-B82C-1E49136F9644}" type="pres">
      <dgm:prSet presAssocID="{719E71AC-7690-4485-AD3F-9993CEDF350A}" presName="parTx" presStyleLbl="revTx" presStyleIdx="2" presStyleCnt="6">
        <dgm:presLayoutVars>
          <dgm:chMax val="0"/>
          <dgm:chPref val="0"/>
        </dgm:presLayoutVars>
      </dgm:prSet>
      <dgm:spPr/>
    </dgm:pt>
    <dgm:pt modelId="{9E882E7E-7A9D-49B9-8C58-B54B6A7B1B6C}" type="pres">
      <dgm:prSet presAssocID="{4318AC95-012B-4280-9A0D-E94A49294462}" presName="sibTrans" presStyleCnt="0"/>
      <dgm:spPr/>
    </dgm:pt>
    <dgm:pt modelId="{BE51A623-F34F-47EC-BCA8-72E942089D41}" type="pres">
      <dgm:prSet presAssocID="{FF6EA48B-70D5-4A06-ADA7-0D3C8441C322}" presName="compNode" presStyleCnt="0"/>
      <dgm:spPr/>
    </dgm:pt>
    <dgm:pt modelId="{511CFD2F-B478-4F66-895F-F1216651502F}" type="pres">
      <dgm:prSet presAssocID="{FF6EA48B-70D5-4A06-ADA7-0D3C8441C322}" presName="bgRect" presStyleLbl="bgShp" presStyleIdx="3" presStyleCnt="6"/>
      <dgm:spPr/>
    </dgm:pt>
    <dgm:pt modelId="{C353B3EC-88DE-4505-A754-6542BD0C4F53}" type="pres">
      <dgm:prSet presAssocID="{FF6EA48B-70D5-4A06-ADA7-0D3C8441C32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nitor"/>
        </a:ext>
      </dgm:extLst>
    </dgm:pt>
    <dgm:pt modelId="{40F6BBF7-28AE-4E9D-AFF4-849522F48D9B}" type="pres">
      <dgm:prSet presAssocID="{FF6EA48B-70D5-4A06-ADA7-0D3C8441C322}" presName="spaceRect" presStyleCnt="0"/>
      <dgm:spPr/>
    </dgm:pt>
    <dgm:pt modelId="{19BF776B-4D94-47D1-A8EA-4C72E2447E69}" type="pres">
      <dgm:prSet presAssocID="{FF6EA48B-70D5-4A06-ADA7-0D3C8441C322}" presName="parTx" presStyleLbl="revTx" presStyleIdx="3" presStyleCnt="6">
        <dgm:presLayoutVars>
          <dgm:chMax val="0"/>
          <dgm:chPref val="0"/>
        </dgm:presLayoutVars>
      </dgm:prSet>
      <dgm:spPr/>
    </dgm:pt>
    <dgm:pt modelId="{6A8A53BB-CCBA-4F60-9336-5F17BD83AC36}" type="pres">
      <dgm:prSet presAssocID="{D5E04BDF-8D8D-4D05-A783-44F8A643D01A}" presName="sibTrans" presStyleCnt="0"/>
      <dgm:spPr/>
    </dgm:pt>
    <dgm:pt modelId="{23E03B7F-D583-4825-8A20-B44E08416564}" type="pres">
      <dgm:prSet presAssocID="{277E0D86-93C4-4788-8D46-BD0AD291AB3D}" presName="compNode" presStyleCnt="0"/>
      <dgm:spPr/>
    </dgm:pt>
    <dgm:pt modelId="{AB3B0F4A-40D4-45D8-BE4B-CC99DD908725}" type="pres">
      <dgm:prSet presAssocID="{277E0D86-93C4-4788-8D46-BD0AD291AB3D}" presName="bgRect" presStyleLbl="bgShp" presStyleIdx="4" presStyleCnt="6"/>
      <dgm:spPr/>
    </dgm:pt>
    <dgm:pt modelId="{738FBF5A-DC5C-4778-BD25-83F3629423F8}" type="pres">
      <dgm:prSet presAssocID="{277E0D86-93C4-4788-8D46-BD0AD291AB3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Warnung"/>
        </a:ext>
      </dgm:extLst>
    </dgm:pt>
    <dgm:pt modelId="{139BA5AF-6179-498D-AD36-12A7837B29D9}" type="pres">
      <dgm:prSet presAssocID="{277E0D86-93C4-4788-8D46-BD0AD291AB3D}" presName="spaceRect" presStyleCnt="0"/>
      <dgm:spPr/>
    </dgm:pt>
    <dgm:pt modelId="{46BB7B6D-5B38-4767-BE35-AFB35682DE54}" type="pres">
      <dgm:prSet presAssocID="{277E0D86-93C4-4788-8D46-BD0AD291AB3D}" presName="parTx" presStyleLbl="revTx" presStyleIdx="4" presStyleCnt="6">
        <dgm:presLayoutVars>
          <dgm:chMax val="0"/>
          <dgm:chPref val="0"/>
        </dgm:presLayoutVars>
      </dgm:prSet>
      <dgm:spPr/>
    </dgm:pt>
    <dgm:pt modelId="{CFD07E4F-3296-4E55-BA88-6B5A3F978814}" type="pres">
      <dgm:prSet presAssocID="{0CC8A3EA-E66E-4BB3-A30A-EA5C6B9CF79D}" presName="sibTrans" presStyleCnt="0"/>
      <dgm:spPr/>
    </dgm:pt>
    <dgm:pt modelId="{6D2FB591-B6A6-4509-80A1-7D82FF9FC0A3}" type="pres">
      <dgm:prSet presAssocID="{49260B99-4A13-4B17-ADD9-F36BAF7BDEA2}" presName="compNode" presStyleCnt="0"/>
      <dgm:spPr/>
    </dgm:pt>
    <dgm:pt modelId="{7BFEE4F8-62EF-400A-A72C-B6729D592F55}" type="pres">
      <dgm:prSet presAssocID="{49260B99-4A13-4B17-ADD9-F36BAF7BDEA2}" presName="bgRect" presStyleLbl="bgShp" presStyleIdx="5" presStyleCnt="6"/>
      <dgm:spPr/>
    </dgm:pt>
    <dgm:pt modelId="{2A52C70D-B364-4621-B707-66F5833E80F3}" type="pres">
      <dgm:prSet presAssocID="{49260B99-4A13-4B17-ADD9-F36BAF7BDEA2}"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Auge"/>
        </a:ext>
      </dgm:extLst>
    </dgm:pt>
    <dgm:pt modelId="{EC0492C9-C187-49E4-9A2E-BBF241E7ACC0}" type="pres">
      <dgm:prSet presAssocID="{49260B99-4A13-4B17-ADD9-F36BAF7BDEA2}" presName="spaceRect" presStyleCnt="0"/>
      <dgm:spPr/>
    </dgm:pt>
    <dgm:pt modelId="{48EFED12-8EB6-4008-988B-8EEEE2A348B3}" type="pres">
      <dgm:prSet presAssocID="{49260B99-4A13-4B17-ADD9-F36BAF7BDEA2}" presName="parTx" presStyleLbl="revTx" presStyleIdx="5" presStyleCnt="6">
        <dgm:presLayoutVars>
          <dgm:chMax val="0"/>
          <dgm:chPref val="0"/>
        </dgm:presLayoutVars>
      </dgm:prSet>
      <dgm:spPr/>
    </dgm:pt>
  </dgm:ptLst>
  <dgm:cxnLst>
    <dgm:cxn modelId="{792E860A-79D4-4785-849E-459A3C9883B5}" type="presOf" srcId="{FF6EA48B-70D5-4A06-ADA7-0D3C8441C322}" destId="{19BF776B-4D94-47D1-A8EA-4C72E2447E69}" srcOrd="0" destOrd="0" presId="urn:microsoft.com/office/officeart/2018/2/layout/IconVerticalSolidList"/>
    <dgm:cxn modelId="{1569CA1E-94FE-46BC-B63E-6E496D52040A}" type="presOf" srcId="{277E0D86-93C4-4788-8D46-BD0AD291AB3D}" destId="{46BB7B6D-5B38-4767-BE35-AFB35682DE54}" srcOrd="0" destOrd="0" presId="urn:microsoft.com/office/officeart/2018/2/layout/IconVerticalSolidList"/>
    <dgm:cxn modelId="{8FC07022-957C-4393-8C30-485CC011BC68}" type="presOf" srcId="{49260B99-4A13-4B17-ADD9-F36BAF7BDEA2}" destId="{48EFED12-8EB6-4008-988B-8EEEE2A348B3}" srcOrd="0" destOrd="0" presId="urn:microsoft.com/office/officeart/2018/2/layout/IconVerticalSolidList"/>
    <dgm:cxn modelId="{6015D94B-C7F2-4B06-B096-E7CCD928E405}" srcId="{601149C1-CFD3-4BDE-9D10-02604268D43E}" destId="{1ADA2BD3-2895-42CA-AC30-ABFC3EFDC945}" srcOrd="1" destOrd="0" parTransId="{93E1869B-37AD-4D68-BBC5-73A279DC3DB0}" sibTransId="{626E2F73-9BD7-4EC1-A838-31EF0F243F87}"/>
    <dgm:cxn modelId="{2EC4C550-8EB0-4E77-9E3C-DF52EB1FD2F2}" srcId="{601149C1-CFD3-4BDE-9D10-02604268D43E}" destId="{728A73D1-AD19-402A-9A87-A60C52125F98}" srcOrd="0" destOrd="0" parTransId="{BD0A2743-E90D-43C9-A4C0-A84B706B744B}" sibTransId="{67CB4D47-D9F7-4597-9D23-3114CC17D568}"/>
    <dgm:cxn modelId="{FAF17B52-D2C0-4D12-8030-36745EA09CA3}" srcId="{601149C1-CFD3-4BDE-9D10-02604268D43E}" destId="{277E0D86-93C4-4788-8D46-BD0AD291AB3D}" srcOrd="4" destOrd="0" parTransId="{D008D7B5-E6E6-4F7F-937F-F6EDFB6BD715}" sibTransId="{0CC8A3EA-E66E-4BB3-A30A-EA5C6B9CF79D}"/>
    <dgm:cxn modelId="{FF206076-FEEA-4772-B56F-8ADAED5BA09A}" type="presOf" srcId="{601149C1-CFD3-4BDE-9D10-02604268D43E}" destId="{2B2C1B6B-0323-439B-B6E9-F430445964CB}" srcOrd="0" destOrd="0" presId="urn:microsoft.com/office/officeart/2018/2/layout/IconVerticalSolidList"/>
    <dgm:cxn modelId="{F1052B58-AF86-458E-B640-84353A147001}" type="presOf" srcId="{719E71AC-7690-4485-AD3F-9993CEDF350A}" destId="{59323AEC-F1F3-4529-B82C-1E49136F9644}" srcOrd="0" destOrd="0" presId="urn:microsoft.com/office/officeart/2018/2/layout/IconVerticalSolidList"/>
    <dgm:cxn modelId="{B2996281-1F20-4E2E-8E70-637A5E3B5579}" type="presOf" srcId="{1ADA2BD3-2895-42CA-AC30-ABFC3EFDC945}" destId="{B3C5D237-A6BE-4F20-A02E-FFB882236D87}" srcOrd="0" destOrd="0" presId="urn:microsoft.com/office/officeart/2018/2/layout/IconVerticalSolidList"/>
    <dgm:cxn modelId="{30D5EFA4-BC2E-483F-8AA5-0961A4777EDB}" srcId="{601149C1-CFD3-4BDE-9D10-02604268D43E}" destId="{49260B99-4A13-4B17-ADD9-F36BAF7BDEA2}" srcOrd="5" destOrd="0" parTransId="{0268F5FA-6BEA-4C2D-9B0D-AE2BD0ADED10}" sibTransId="{1F1804D0-F0D4-4E07-8CC7-0AD6B7F8DC81}"/>
    <dgm:cxn modelId="{767643AC-1C64-45E0-B81D-72993E38E568}" srcId="{601149C1-CFD3-4BDE-9D10-02604268D43E}" destId="{719E71AC-7690-4485-AD3F-9993CEDF350A}" srcOrd="2" destOrd="0" parTransId="{0892FD06-E0A5-4785-8F49-FB506834C6D2}" sibTransId="{4318AC95-012B-4280-9A0D-E94A49294462}"/>
    <dgm:cxn modelId="{98C610B6-9ECB-46E4-93B2-59A88FEC4558}" type="presOf" srcId="{728A73D1-AD19-402A-9A87-A60C52125F98}" destId="{E4A515B2-3268-48C3-87A0-95A36BCD3448}" srcOrd="0" destOrd="0" presId="urn:microsoft.com/office/officeart/2018/2/layout/IconVerticalSolidList"/>
    <dgm:cxn modelId="{4EF0C7D6-E213-4018-BE80-F48AC19FDB93}" srcId="{601149C1-CFD3-4BDE-9D10-02604268D43E}" destId="{FF6EA48B-70D5-4A06-ADA7-0D3C8441C322}" srcOrd="3" destOrd="0" parTransId="{90FFC0EC-52CF-4063-91CD-E6A434F70611}" sibTransId="{D5E04BDF-8D8D-4D05-A783-44F8A643D01A}"/>
    <dgm:cxn modelId="{D78F682A-65A5-4670-93D2-F32AFFA0D0E3}" type="presParOf" srcId="{2B2C1B6B-0323-439B-B6E9-F430445964CB}" destId="{39639DAE-57AE-47FA-81A0-259B8577772D}" srcOrd="0" destOrd="0" presId="urn:microsoft.com/office/officeart/2018/2/layout/IconVerticalSolidList"/>
    <dgm:cxn modelId="{6E04C1B2-34F6-4743-86F8-5AA61C6CBCDD}" type="presParOf" srcId="{39639DAE-57AE-47FA-81A0-259B8577772D}" destId="{2A59D14B-8B7F-4E99-ADBA-795F2B0209F3}" srcOrd="0" destOrd="0" presId="urn:microsoft.com/office/officeart/2018/2/layout/IconVerticalSolidList"/>
    <dgm:cxn modelId="{7DF44E7F-D839-4056-B0FA-EA58B459D3BD}" type="presParOf" srcId="{39639DAE-57AE-47FA-81A0-259B8577772D}" destId="{E8B130CA-0AFA-4234-8BE1-66B0B0D1AE54}" srcOrd="1" destOrd="0" presId="urn:microsoft.com/office/officeart/2018/2/layout/IconVerticalSolidList"/>
    <dgm:cxn modelId="{A9FB3F7F-91B1-4749-A9BE-79B098EED332}" type="presParOf" srcId="{39639DAE-57AE-47FA-81A0-259B8577772D}" destId="{69C34663-0C6A-4F72-A685-C0A7997F2A72}" srcOrd="2" destOrd="0" presId="urn:microsoft.com/office/officeart/2018/2/layout/IconVerticalSolidList"/>
    <dgm:cxn modelId="{A207CA9D-B469-4B8E-822A-B2B0FEC03F8E}" type="presParOf" srcId="{39639DAE-57AE-47FA-81A0-259B8577772D}" destId="{E4A515B2-3268-48C3-87A0-95A36BCD3448}" srcOrd="3" destOrd="0" presId="urn:microsoft.com/office/officeart/2018/2/layout/IconVerticalSolidList"/>
    <dgm:cxn modelId="{BFB9FF5E-8C20-4E8F-950F-404FACC01C35}" type="presParOf" srcId="{2B2C1B6B-0323-439B-B6E9-F430445964CB}" destId="{07E43460-659C-480B-AA8E-A87DB58C6AEF}" srcOrd="1" destOrd="0" presId="urn:microsoft.com/office/officeart/2018/2/layout/IconVerticalSolidList"/>
    <dgm:cxn modelId="{ED01B71D-EEF1-4843-BEF3-41AFD1819EFF}" type="presParOf" srcId="{2B2C1B6B-0323-439B-B6E9-F430445964CB}" destId="{E93C86F1-37D0-4786-B483-1DA429744DBC}" srcOrd="2" destOrd="0" presId="urn:microsoft.com/office/officeart/2018/2/layout/IconVerticalSolidList"/>
    <dgm:cxn modelId="{4834BD96-50B3-4D72-B655-C86942DFC67A}" type="presParOf" srcId="{E93C86F1-37D0-4786-B483-1DA429744DBC}" destId="{812254B3-7D31-4D9E-B455-1B0DEB48EF4B}" srcOrd="0" destOrd="0" presId="urn:microsoft.com/office/officeart/2018/2/layout/IconVerticalSolidList"/>
    <dgm:cxn modelId="{FAE2343B-8143-478B-B2A2-D6894C955566}" type="presParOf" srcId="{E93C86F1-37D0-4786-B483-1DA429744DBC}" destId="{DBBEADC9-4EC3-4DB3-8005-34FD7E56383D}" srcOrd="1" destOrd="0" presId="urn:microsoft.com/office/officeart/2018/2/layout/IconVerticalSolidList"/>
    <dgm:cxn modelId="{D6E7C675-000C-485C-8522-B989EE2A89E3}" type="presParOf" srcId="{E93C86F1-37D0-4786-B483-1DA429744DBC}" destId="{EED83F29-3048-420F-B3CE-FBCA214D9C70}" srcOrd="2" destOrd="0" presId="urn:microsoft.com/office/officeart/2018/2/layout/IconVerticalSolidList"/>
    <dgm:cxn modelId="{5C6331BF-CFD4-40FF-8560-B2A56A08ECC8}" type="presParOf" srcId="{E93C86F1-37D0-4786-B483-1DA429744DBC}" destId="{B3C5D237-A6BE-4F20-A02E-FFB882236D87}" srcOrd="3" destOrd="0" presId="urn:microsoft.com/office/officeart/2018/2/layout/IconVerticalSolidList"/>
    <dgm:cxn modelId="{D6F82CCC-7C84-4A8B-A864-EDF3491DE141}" type="presParOf" srcId="{2B2C1B6B-0323-439B-B6E9-F430445964CB}" destId="{16F6E5B0-0820-4193-A578-A9640064604D}" srcOrd="3" destOrd="0" presId="urn:microsoft.com/office/officeart/2018/2/layout/IconVerticalSolidList"/>
    <dgm:cxn modelId="{ACD87C26-6BDC-43D4-890B-24B26DD8B51E}" type="presParOf" srcId="{2B2C1B6B-0323-439B-B6E9-F430445964CB}" destId="{1B212770-5F59-474E-8F2F-A23FECA7B57C}" srcOrd="4" destOrd="0" presId="urn:microsoft.com/office/officeart/2018/2/layout/IconVerticalSolidList"/>
    <dgm:cxn modelId="{D09C4D67-AD4C-4884-9B73-056BF0AAFBDC}" type="presParOf" srcId="{1B212770-5F59-474E-8F2F-A23FECA7B57C}" destId="{E1AC144A-DCEE-4982-8978-9FBE71B64C2C}" srcOrd="0" destOrd="0" presId="urn:microsoft.com/office/officeart/2018/2/layout/IconVerticalSolidList"/>
    <dgm:cxn modelId="{D13EF4BA-F75E-4D62-9D27-EE23B0572FBA}" type="presParOf" srcId="{1B212770-5F59-474E-8F2F-A23FECA7B57C}" destId="{309968D7-8D19-4CEB-9869-468B4511EC38}" srcOrd="1" destOrd="0" presId="urn:microsoft.com/office/officeart/2018/2/layout/IconVerticalSolidList"/>
    <dgm:cxn modelId="{406CC63D-C9F3-4B77-8CB5-17DF88B3DC11}" type="presParOf" srcId="{1B212770-5F59-474E-8F2F-A23FECA7B57C}" destId="{7C9FDCB4-786B-4FC9-9212-28607006E4B8}" srcOrd="2" destOrd="0" presId="urn:microsoft.com/office/officeart/2018/2/layout/IconVerticalSolidList"/>
    <dgm:cxn modelId="{451152E3-D68D-4AE2-8ADA-835A9B5C36EB}" type="presParOf" srcId="{1B212770-5F59-474E-8F2F-A23FECA7B57C}" destId="{59323AEC-F1F3-4529-B82C-1E49136F9644}" srcOrd="3" destOrd="0" presId="urn:microsoft.com/office/officeart/2018/2/layout/IconVerticalSolidList"/>
    <dgm:cxn modelId="{513A3241-CFCD-43A8-AF6E-711141B835CE}" type="presParOf" srcId="{2B2C1B6B-0323-439B-B6E9-F430445964CB}" destId="{9E882E7E-7A9D-49B9-8C58-B54B6A7B1B6C}" srcOrd="5" destOrd="0" presId="urn:microsoft.com/office/officeart/2018/2/layout/IconVerticalSolidList"/>
    <dgm:cxn modelId="{0B02AFBE-743A-4B75-9274-05CAF0AB73C1}" type="presParOf" srcId="{2B2C1B6B-0323-439B-B6E9-F430445964CB}" destId="{BE51A623-F34F-47EC-BCA8-72E942089D41}" srcOrd="6" destOrd="0" presId="urn:microsoft.com/office/officeart/2018/2/layout/IconVerticalSolidList"/>
    <dgm:cxn modelId="{65BF2BB5-EAA2-4764-8F7E-3C4F18634173}" type="presParOf" srcId="{BE51A623-F34F-47EC-BCA8-72E942089D41}" destId="{511CFD2F-B478-4F66-895F-F1216651502F}" srcOrd="0" destOrd="0" presId="urn:microsoft.com/office/officeart/2018/2/layout/IconVerticalSolidList"/>
    <dgm:cxn modelId="{CF25536B-F066-4CA8-AF94-7E2240F5735D}" type="presParOf" srcId="{BE51A623-F34F-47EC-BCA8-72E942089D41}" destId="{C353B3EC-88DE-4505-A754-6542BD0C4F53}" srcOrd="1" destOrd="0" presId="urn:microsoft.com/office/officeart/2018/2/layout/IconVerticalSolidList"/>
    <dgm:cxn modelId="{17AAC81C-F3AC-4F08-90A9-EAB36C1DC4B1}" type="presParOf" srcId="{BE51A623-F34F-47EC-BCA8-72E942089D41}" destId="{40F6BBF7-28AE-4E9D-AFF4-849522F48D9B}" srcOrd="2" destOrd="0" presId="urn:microsoft.com/office/officeart/2018/2/layout/IconVerticalSolidList"/>
    <dgm:cxn modelId="{34B63E6F-E0DA-4332-A629-34707955D960}" type="presParOf" srcId="{BE51A623-F34F-47EC-BCA8-72E942089D41}" destId="{19BF776B-4D94-47D1-A8EA-4C72E2447E69}" srcOrd="3" destOrd="0" presId="urn:microsoft.com/office/officeart/2018/2/layout/IconVerticalSolidList"/>
    <dgm:cxn modelId="{9E996CBC-3642-466B-96AB-3A9208384A03}" type="presParOf" srcId="{2B2C1B6B-0323-439B-B6E9-F430445964CB}" destId="{6A8A53BB-CCBA-4F60-9336-5F17BD83AC36}" srcOrd="7" destOrd="0" presId="urn:microsoft.com/office/officeart/2018/2/layout/IconVerticalSolidList"/>
    <dgm:cxn modelId="{1CF153E4-3480-443B-99EE-6D2E32C05981}" type="presParOf" srcId="{2B2C1B6B-0323-439B-B6E9-F430445964CB}" destId="{23E03B7F-D583-4825-8A20-B44E08416564}" srcOrd="8" destOrd="0" presId="urn:microsoft.com/office/officeart/2018/2/layout/IconVerticalSolidList"/>
    <dgm:cxn modelId="{7DA2C277-3983-489B-B787-82876932EF2F}" type="presParOf" srcId="{23E03B7F-D583-4825-8A20-B44E08416564}" destId="{AB3B0F4A-40D4-45D8-BE4B-CC99DD908725}" srcOrd="0" destOrd="0" presId="urn:microsoft.com/office/officeart/2018/2/layout/IconVerticalSolidList"/>
    <dgm:cxn modelId="{4EEEC6D5-57EC-4BA7-AE4E-84FA13A23649}" type="presParOf" srcId="{23E03B7F-D583-4825-8A20-B44E08416564}" destId="{738FBF5A-DC5C-4778-BD25-83F3629423F8}" srcOrd="1" destOrd="0" presId="urn:microsoft.com/office/officeart/2018/2/layout/IconVerticalSolidList"/>
    <dgm:cxn modelId="{F30B1194-F4CB-4B32-B41F-8EE92321120D}" type="presParOf" srcId="{23E03B7F-D583-4825-8A20-B44E08416564}" destId="{139BA5AF-6179-498D-AD36-12A7837B29D9}" srcOrd="2" destOrd="0" presId="urn:microsoft.com/office/officeart/2018/2/layout/IconVerticalSolidList"/>
    <dgm:cxn modelId="{82D7F7A8-FE67-4578-B5B6-6F25D48946F6}" type="presParOf" srcId="{23E03B7F-D583-4825-8A20-B44E08416564}" destId="{46BB7B6D-5B38-4767-BE35-AFB35682DE54}" srcOrd="3" destOrd="0" presId="urn:microsoft.com/office/officeart/2018/2/layout/IconVerticalSolidList"/>
    <dgm:cxn modelId="{C4FAE7D8-3A49-43D0-B60F-DA8D56E952F5}" type="presParOf" srcId="{2B2C1B6B-0323-439B-B6E9-F430445964CB}" destId="{CFD07E4F-3296-4E55-BA88-6B5A3F978814}" srcOrd="9" destOrd="0" presId="urn:microsoft.com/office/officeart/2018/2/layout/IconVerticalSolidList"/>
    <dgm:cxn modelId="{26FC6B9A-A6C7-453B-9350-78C60A327F66}" type="presParOf" srcId="{2B2C1B6B-0323-439B-B6E9-F430445964CB}" destId="{6D2FB591-B6A6-4509-80A1-7D82FF9FC0A3}" srcOrd="10" destOrd="0" presId="urn:microsoft.com/office/officeart/2018/2/layout/IconVerticalSolidList"/>
    <dgm:cxn modelId="{3EA86F8C-FC3C-4B5E-B98E-A5100B97433D}" type="presParOf" srcId="{6D2FB591-B6A6-4509-80A1-7D82FF9FC0A3}" destId="{7BFEE4F8-62EF-400A-A72C-B6729D592F55}" srcOrd="0" destOrd="0" presId="urn:microsoft.com/office/officeart/2018/2/layout/IconVerticalSolidList"/>
    <dgm:cxn modelId="{867544B3-CC89-4370-93D6-E3AAE3322B5C}" type="presParOf" srcId="{6D2FB591-B6A6-4509-80A1-7D82FF9FC0A3}" destId="{2A52C70D-B364-4621-B707-66F5833E80F3}" srcOrd="1" destOrd="0" presId="urn:microsoft.com/office/officeart/2018/2/layout/IconVerticalSolidList"/>
    <dgm:cxn modelId="{FB08F4A1-5FEC-4394-9A49-5845A9F81EF3}" type="presParOf" srcId="{6D2FB591-B6A6-4509-80A1-7D82FF9FC0A3}" destId="{EC0492C9-C187-49E4-9A2E-BBF241E7ACC0}" srcOrd="2" destOrd="0" presId="urn:microsoft.com/office/officeart/2018/2/layout/IconVerticalSolidList"/>
    <dgm:cxn modelId="{A1E42B4B-6519-40A6-8883-1E09632C0680}" type="presParOf" srcId="{6D2FB591-B6A6-4509-80A1-7D82FF9FC0A3}" destId="{48EFED12-8EB6-4008-988B-8EEEE2A348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59D14B-8B7F-4E99-ADBA-795F2B0209F3}">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B130CA-0AFA-4234-8BE1-66B0B0D1AE54}">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A515B2-3268-48C3-87A0-95A36BCD3448}">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de-DE" sz="1900" kern="1200"/>
            <a:t>Rückblick</a:t>
          </a:r>
          <a:endParaRPr lang="en-US" sz="1900" kern="1200"/>
        </a:p>
      </dsp:txBody>
      <dsp:txXfrm>
        <a:off x="692764" y="1407"/>
        <a:ext cx="9822835" cy="599796"/>
      </dsp:txXfrm>
    </dsp:sp>
    <dsp:sp modelId="{812254B3-7D31-4D9E-B455-1B0DEB48EF4B}">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BEADC9-4EC3-4DB3-8005-34FD7E56383D}">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C5D237-A6BE-4F20-A02E-FFB882236D87}">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de-DE" sz="1900" kern="1200"/>
            <a:t>Ziele</a:t>
          </a:r>
          <a:endParaRPr lang="en-US" sz="1900" kern="1200"/>
        </a:p>
      </dsp:txBody>
      <dsp:txXfrm>
        <a:off x="692764" y="751152"/>
        <a:ext cx="9822835" cy="599796"/>
      </dsp:txXfrm>
    </dsp:sp>
    <dsp:sp modelId="{E1AC144A-DCEE-4982-8978-9FBE71B64C2C}">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9968D7-8D19-4CEB-9869-468B4511EC38}">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323AEC-F1F3-4529-B82C-1E49136F9644}">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de-DE" sz="1900" kern="1200"/>
            <a:t>Sprint 2</a:t>
          </a:r>
          <a:endParaRPr lang="en-US" sz="1900" kern="1200"/>
        </a:p>
      </dsp:txBody>
      <dsp:txXfrm>
        <a:off x="692764" y="1500898"/>
        <a:ext cx="9822835" cy="599796"/>
      </dsp:txXfrm>
    </dsp:sp>
    <dsp:sp modelId="{511CFD2F-B478-4F66-895F-F1216651502F}">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53B3EC-88DE-4505-A754-6542BD0C4F53}">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BF776B-4D94-47D1-A8EA-4C72E2447E69}">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de-DE" sz="1900" kern="1200"/>
            <a:t>Live Demo</a:t>
          </a:r>
          <a:endParaRPr lang="en-US" sz="1900" kern="1200"/>
        </a:p>
      </dsp:txBody>
      <dsp:txXfrm>
        <a:off x="692764" y="2250643"/>
        <a:ext cx="9822835" cy="599796"/>
      </dsp:txXfrm>
    </dsp:sp>
    <dsp:sp modelId="{AB3B0F4A-40D4-45D8-BE4B-CC99DD908725}">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8FBF5A-DC5C-4778-BD25-83F3629423F8}">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BB7B6D-5B38-4767-BE35-AFB35682DE54}">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de-DE" sz="1900" kern="1200"/>
            <a:t>Herausforderungen</a:t>
          </a:r>
          <a:endParaRPr lang="en-US" sz="1900" kern="1200"/>
        </a:p>
      </dsp:txBody>
      <dsp:txXfrm>
        <a:off x="692764" y="3000388"/>
        <a:ext cx="9822835" cy="599796"/>
      </dsp:txXfrm>
    </dsp:sp>
    <dsp:sp modelId="{7BFEE4F8-62EF-400A-A72C-B6729D592F55}">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52C70D-B364-4621-B707-66F5833E80F3}">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EFED12-8EB6-4008-988B-8EEEE2A348B3}">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844550">
            <a:lnSpc>
              <a:spcPct val="100000"/>
            </a:lnSpc>
            <a:spcBef>
              <a:spcPct val="0"/>
            </a:spcBef>
            <a:spcAft>
              <a:spcPct val="35000"/>
            </a:spcAft>
            <a:buNone/>
          </a:pPr>
          <a:r>
            <a:rPr lang="de-DE" sz="1900" kern="1200"/>
            <a:t>Ausblick</a:t>
          </a:r>
          <a:endParaRPr lang="en-US" sz="1900" kern="1200"/>
        </a:p>
      </dsp:txBody>
      <dsp:txXfrm>
        <a:off x="692764" y="3750134"/>
        <a:ext cx="9822835" cy="59979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F3FED-92CB-48E5-AA92-E97C8E083188}" type="datetimeFigureOut">
              <a:rPr lang="de-AT" smtClean="0"/>
              <a:t>02.12.2025</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B24D6-530A-4158-AD98-8680676C0B98}" type="slidenum">
              <a:rPr lang="de-AT" smtClean="0"/>
              <a:t>‹Nr.›</a:t>
            </a:fld>
            <a:endParaRPr lang="de-AT"/>
          </a:p>
        </p:txBody>
      </p:sp>
    </p:spTree>
    <p:extLst>
      <p:ext uri="{BB962C8B-B14F-4D97-AF65-F5344CB8AC3E}">
        <p14:creationId xmlns:p14="http://schemas.microsoft.com/office/powerpoint/2010/main" val="1583162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None/>
            </a:pPr>
            <a:r>
              <a:rPr lang="de-DE" sz="1400" b="1" dirty="0"/>
              <a:t>Entscheidungen</a:t>
            </a:r>
          </a:p>
          <a:p>
            <a:r>
              <a:rPr lang="de-DE" sz="1200" dirty="0"/>
              <a:t>Entscheidung über Programmiersprache (C#) </a:t>
            </a:r>
          </a:p>
          <a:p>
            <a:r>
              <a:rPr lang="de-DE" sz="1200" dirty="0"/>
              <a:t>Entwicklungsumgebung festgelegt (.NET Blazor)</a:t>
            </a:r>
          </a:p>
          <a:p>
            <a:endParaRPr lang="de-AT" dirty="0"/>
          </a:p>
        </p:txBody>
      </p:sp>
      <p:sp>
        <p:nvSpPr>
          <p:cNvPr id="4" name="Foliennummernplatzhalter 3"/>
          <p:cNvSpPr>
            <a:spLocks noGrp="1"/>
          </p:cNvSpPr>
          <p:nvPr>
            <p:ph type="sldNum" sz="quarter" idx="5"/>
          </p:nvPr>
        </p:nvSpPr>
        <p:spPr/>
        <p:txBody>
          <a:bodyPr/>
          <a:lstStyle/>
          <a:p>
            <a:fld id="{F72B24D6-530A-4158-AD98-8680676C0B98}" type="slidenum">
              <a:rPr lang="de-AT" smtClean="0"/>
              <a:t>3</a:t>
            </a:fld>
            <a:endParaRPr lang="de-AT"/>
          </a:p>
        </p:txBody>
      </p:sp>
    </p:spTree>
    <p:extLst>
      <p:ext uri="{BB962C8B-B14F-4D97-AF65-F5344CB8AC3E}">
        <p14:creationId xmlns:p14="http://schemas.microsoft.com/office/powerpoint/2010/main" val="2109817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2B24D6-530A-4158-AD98-8680676C0B98}" type="slidenum">
              <a:rPr lang="de-AT" smtClean="0"/>
              <a:t>4</a:t>
            </a:fld>
            <a:endParaRPr lang="de-AT"/>
          </a:p>
        </p:txBody>
      </p:sp>
    </p:spTree>
    <p:extLst>
      <p:ext uri="{BB962C8B-B14F-4D97-AF65-F5344CB8AC3E}">
        <p14:creationId xmlns:p14="http://schemas.microsoft.com/office/powerpoint/2010/main" val="1171212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5"/>
          </p:nvPr>
        </p:nvSpPr>
        <p:spPr/>
        <p:txBody>
          <a:bodyPr/>
          <a:lstStyle/>
          <a:p>
            <a:fld id="{F72B24D6-530A-4158-AD98-8680676C0B98}" type="slidenum">
              <a:rPr lang="de-AT" smtClean="0"/>
              <a:t>5</a:t>
            </a:fld>
            <a:endParaRPr lang="de-AT"/>
          </a:p>
        </p:txBody>
      </p:sp>
    </p:spTree>
    <p:extLst>
      <p:ext uri="{BB962C8B-B14F-4D97-AF65-F5344CB8AC3E}">
        <p14:creationId xmlns:p14="http://schemas.microsoft.com/office/powerpoint/2010/main" val="1326525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dirty="0"/>
              <a:t>Wir waren ein neues Team, daher war es am Anfang ungewohnt, die Rollen aufzuteilen und eine gemeinsame Arbeitsweise zu finden.</a:t>
            </a:r>
          </a:p>
          <a:p>
            <a:endParaRPr lang="de-DE" sz="1200" dirty="0"/>
          </a:p>
          <a:p>
            <a:r>
              <a:rPr lang="de-DE" sz="1200" dirty="0"/>
              <a:t>Auch wenn wir Jira schon kannten, war es trotzdem eine Herausforderung, alles sauber und übersichtlich zu dokumentieren, damit wir beide denselben Überblick haben.</a:t>
            </a:r>
          </a:p>
          <a:p>
            <a:endParaRPr lang="de-DE" sz="1200" dirty="0"/>
          </a:p>
          <a:p>
            <a:r>
              <a:rPr lang="de-DE" sz="1200" dirty="0"/>
              <a:t>Die Erstellung der User Stories und die Strukturierung der Aufgaben brauchten etwas Zeit, bis wir einen klaren Überblick hatten.</a:t>
            </a:r>
          </a:p>
          <a:p>
            <a:endParaRPr lang="de-DE" sz="1200" dirty="0"/>
          </a:p>
          <a:p>
            <a:r>
              <a:rPr lang="de-DE" sz="1200" dirty="0"/>
              <a:t>Auch wenn wir von Anfang an mit .NET Framework und Razor Pages gearbeitet haben, mussten wir uns trotzdem in einige Bereiche wie SQLite, Entity Framework und den genauen Aufbau der Web App einarbeiten. Das hat zu Beginn etwas gedauert, läuft jetzt aber deutlich besser.</a:t>
            </a:r>
          </a:p>
          <a:p>
            <a:endParaRPr lang="de-AT" dirty="0"/>
          </a:p>
        </p:txBody>
      </p:sp>
      <p:sp>
        <p:nvSpPr>
          <p:cNvPr id="4" name="Foliennummernplatzhalter 3"/>
          <p:cNvSpPr>
            <a:spLocks noGrp="1"/>
          </p:cNvSpPr>
          <p:nvPr>
            <p:ph type="sldNum" sz="quarter" idx="5"/>
          </p:nvPr>
        </p:nvSpPr>
        <p:spPr/>
        <p:txBody>
          <a:bodyPr/>
          <a:lstStyle/>
          <a:p>
            <a:fld id="{F72B24D6-530A-4158-AD98-8680676C0B98}" type="slidenum">
              <a:rPr lang="de-AT" smtClean="0"/>
              <a:t>7</a:t>
            </a:fld>
            <a:endParaRPr lang="de-AT"/>
          </a:p>
        </p:txBody>
      </p:sp>
    </p:spTree>
    <p:extLst>
      <p:ext uri="{BB962C8B-B14F-4D97-AF65-F5344CB8AC3E}">
        <p14:creationId xmlns:p14="http://schemas.microsoft.com/office/powerpoint/2010/main" val="1498152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B25C05A-90BB-D7F6-C723-EEC41756B53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AT"/>
          </a:p>
        </p:txBody>
      </p:sp>
      <p:sp>
        <p:nvSpPr>
          <p:cNvPr id="3" name="Untertitel 2">
            <a:extLst>
              <a:ext uri="{FF2B5EF4-FFF2-40B4-BE49-F238E27FC236}">
                <a16:creationId xmlns:a16="http://schemas.microsoft.com/office/drawing/2014/main" id="{ED9EA37D-8F54-D659-7B7C-DCAAFED155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AT"/>
          </a:p>
        </p:txBody>
      </p:sp>
      <p:sp>
        <p:nvSpPr>
          <p:cNvPr id="4" name="Datumsplatzhalter 3">
            <a:extLst>
              <a:ext uri="{FF2B5EF4-FFF2-40B4-BE49-F238E27FC236}">
                <a16:creationId xmlns:a16="http://schemas.microsoft.com/office/drawing/2014/main" id="{316D7684-A8EE-68F9-C920-87B0758702B9}"/>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5" name="Fußzeilenplatzhalter 4">
            <a:extLst>
              <a:ext uri="{FF2B5EF4-FFF2-40B4-BE49-F238E27FC236}">
                <a16:creationId xmlns:a16="http://schemas.microsoft.com/office/drawing/2014/main" id="{0904B0E0-9A19-7D76-18EF-E44FAFCE8145}"/>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082C7D63-D1C3-7755-E71A-EE2CBDFEB190}"/>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1338448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71907A-880F-0217-F2DD-B4DD9DB7B014}"/>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a16="http://schemas.microsoft.com/office/drawing/2014/main" id="{48219AE9-22B1-CCEB-5668-0C1D634A2DB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0FCCBB50-7483-EF63-4FE0-235AC6FCA957}"/>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5" name="Fußzeilenplatzhalter 4">
            <a:extLst>
              <a:ext uri="{FF2B5EF4-FFF2-40B4-BE49-F238E27FC236}">
                <a16:creationId xmlns:a16="http://schemas.microsoft.com/office/drawing/2014/main" id="{A18DEE6C-E4DE-97B7-E873-5C41D1BCF446}"/>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D383DBB3-F503-7B5C-9CDB-AFAB00239576}"/>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57293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FDC858-8ED0-1E7D-BDA8-33850AAD3E0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AT"/>
          </a:p>
        </p:txBody>
      </p:sp>
      <p:sp>
        <p:nvSpPr>
          <p:cNvPr id="3" name="Textplatzhalter 2">
            <a:extLst>
              <a:ext uri="{FF2B5EF4-FFF2-40B4-BE49-F238E27FC236}">
                <a16:creationId xmlns:a16="http://schemas.microsoft.com/office/drawing/2014/main" id="{DFEFEE51-E395-C06E-E80E-0023612C69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1CC076CC-CF7E-AC0E-9FC6-ED0CCD197D78}"/>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5" name="Fußzeilenplatzhalter 4">
            <a:extLst>
              <a:ext uri="{FF2B5EF4-FFF2-40B4-BE49-F238E27FC236}">
                <a16:creationId xmlns:a16="http://schemas.microsoft.com/office/drawing/2014/main" id="{6D08A44A-4455-BDFC-F5A6-2EAB7AB3B758}"/>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BADDADD2-C8DB-5E07-522E-4637299C5AC6}"/>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128299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97E4A4-580E-0B3D-9766-DDDD8DE9C6EB}"/>
              </a:ext>
            </a:extLst>
          </p:cNvPr>
          <p:cNvSpPr>
            <a:spLocks noGrp="1"/>
          </p:cNvSpPr>
          <p:nvPr>
            <p:ph type="title"/>
          </p:nvPr>
        </p:nvSpPr>
        <p:spPr/>
        <p:txBody>
          <a:bodyPr/>
          <a:lstStyle/>
          <a:p>
            <a:r>
              <a:rPr lang="de-DE"/>
              <a:t>Mastertitelformat bearbeiten</a:t>
            </a:r>
            <a:endParaRPr lang="de-AT"/>
          </a:p>
        </p:txBody>
      </p:sp>
      <p:sp>
        <p:nvSpPr>
          <p:cNvPr id="3" name="Inhaltsplatzhalter 2">
            <a:extLst>
              <a:ext uri="{FF2B5EF4-FFF2-40B4-BE49-F238E27FC236}">
                <a16:creationId xmlns:a16="http://schemas.microsoft.com/office/drawing/2014/main" id="{33020CBD-E159-BD44-3557-93574F8D911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Inhaltsplatzhalter 3">
            <a:extLst>
              <a:ext uri="{FF2B5EF4-FFF2-40B4-BE49-F238E27FC236}">
                <a16:creationId xmlns:a16="http://schemas.microsoft.com/office/drawing/2014/main" id="{1B6081C0-2630-4D17-330E-D220571841F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Datumsplatzhalter 4">
            <a:extLst>
              <a:ext uri="{FF2B5EF4-FFF2-40B4-BE49-F238E27FC236}">
                <a16:creationId xmlns:a16="http://schemas.microsoft.com/office/drawing/2014/main" id="{3C754280-CB97-22D1-19E4-A5FFE87E1240}"/>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6" name="Fußzeilenplatzhalter 5">
            <a:extLst>
              <a:ext uri="{FF2B5EF4-FFF2-40B4-BE49-F238E27FC236}">
                <a16:creationId xmlns:a16="http://schemas.microsoft.com/office/drawing/2014/main" id="{CB71323A-07CE-6A3C-8DF6-3A5DEE62A11B}"/>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a16="http://schemas.microsoft.com/office/drawing/2014/main" id="{00B86CA3-03A6-2C29-22F5-3D965F67E210}"/>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3818852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786FDB-56EE-CD3A-7D49-62E16DCDC9FC}"/>
              </a:ext>
            </a:extLst>
          </p:cNvPr>
          <p:cNvSpPr>
            <a:spLocks noGrp="1"/>
          </p:cNvSpPr>
          <p:nvPr>
            <p:ph type="title"/>
          </p:nvPr>
        </p:nvSpPr>
        <p:spPr>
          <a:xfrm>
            <a:off x="839788" y="365125"/>
            <a:ext cx="10515600" cy="1325563"/>
          </a:xfrm>
        </p:spPr>
        <p:txBody>
          <a:bodyPr/>
          <a:lstStyle/>
          <a:p>
            <a:r>
              <a:rPr lang="de-DE"/>
              <a:t>Mastertitelformat bearbeiten</a:t>
            </a:r>
            <a:endParaRPr lang="de-AT"/>
          </a:p>
        </p:txBody>
      </p:sp>
      <p:sp>
        <p:nvSpPr>
          <p:cNvPr id="3" name="Textplatzhalter 2">
            <a:extLst>
              <a:ext uri="{FF2B5EF4-FFF2-40B4-BE49-F238E27FC236}">
                <a16:creationId xmlns:a16="http://schemas.microsoft.com/office/drawing/2014/main" id="{ED40C9B4-9284-56B7-EC58-F2E81E3D8F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4714C33-6285-9931-596D-C5E15018E27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5" name="Textplatzhalter 4">
            <a:extLst>
              <a:ext uri="{FF2B5EF4-FFF2-40B4-BE49-F238E27FC236}">
                <a16:creationId xmlns:a16="http://schemas.microsoft.com/office/drawing/2014/main" id="{8BBBD078-BFEC-6178-9DE6-7D70B46EF5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8926C31-3496-0BA0-925C-31EE884A5E9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7" name="Datumsplatzhalter 6">
            <a:extLst>
              <a:ext uri="{FF2B5EF4-FFF2-40B4-BE49-F238E27FC236}">
                <a16:creationId xmlns:a16="http://schemas.microsoft.com/office/drawing/2014/main" id="{8D01D704-4B2F-1BAE-2F12-0D534894E1B6}"/>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8" name="Fußzeilenplatzhalter 7">
            <a:extLst>
              <a:ext uri="{FF2B5EF4-FFF2-40B4-BE49-F238E27FC236}">
                <a16:creationId xmlns:a16="http://schemas.microsoft.com/office/drawing/2014/main" id="{22AF20B2-FAD9-B0BC-1DF7-210CD62B52F1}"/>
              </a:ext>
            </a:extLst>
          </p:cNvPr>
          <p:cNvSpPr>
            <a:spLocks noGrp="1"/>
          </p:cNvSpPr>
          <p:nvPr>
            <p:ph type="ftr" sz="quarter" idx="11"/>
          </p:nvPr>
        </p:nvSpPr>
        <p:spPr/>
        <p:txBody>
          <a:bodyPr/>
          <a:lstStyle/>
          <a:p>
            <a:endParaRPr lang="de-AT"/>
          </a:p>
        </p:txBody>
      </p:sp>
      <p:sp>
        <p:nvSpPr>
          <p:cNvPr id="9" name="Foliennummernplatzhalter 8">
            <a:extLst>
              <a:ext uri="{FF2B5EF4-FFF2-40B4-BE49-F238E27FC236}">
                <a16:creationId xmlns:a16="http://schemas.microsoft.com/office/drawing/2014/main" id="{A4C4AD96-6C87-5927-522D-75FBF576C50C}"/>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1232090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6B8A53-8A95-BD29-805A-213C0897EE4E}"/>
              </a:ext>
            </a:extLst>
          </p:cNvPr>
          <p:cNvSpPr>
            <a:spLocks noGrp="1"/>
          </p:cNvSpPr>
          <p:nvPr>
            <p:ph type="title"/>
          </p:nvPr>
        </p:nvSpPr>
        <p:spPr/>
        <p:txBody>
          <a:bodyPr/>
          <a:lstStyle/>
          <a:p>
            <a:r>
              <a:rPr lang="de-DE"/>
              <a:t>Mastertitelformat bearbeiten</a:t>
            </a:r>
            <a:endParaRPr lang="de-AT"/>
          </a:p>
        </p:txBody>
      </p:sp>
      <p:sp>
        <p:nvSpPr>
          <p:cNvPr id="3" name="Datumsplatzhalter 2">
            <a:extLst>
              <a:ext uri="{FF2B5EF4-FFF2-40B4-BE49-F238E27FC236}">
                <a16:creationId xmlns:a16="http://schemas.microsoft.com/office/drawing/2014/main" id="{14AED4D6-68E7-64C8-EF98-9DEFAE93BC79}"/>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4" name="Fußzeilenplatzhalter 3">
            <a:extLst>
              <a:ext uri="{FF2B5EF4-FFF2-40B4-BE49-F238E27FC236}">
                <a16:creationId xmlns:a16="http://schemas.microsoft.com/office/drawing/2014/main" id="{879458A5-FB09-8D0E-9293-E27A3562958F}"/>
              </a:ext>
            </a:extLst>
          </p:cNvPr>
          <p:cNvSpPr>
            <a:spLocks noGrp="1"/>
          </p:cNvSpPr>
          <p:nvPr>
            <p:ph type="ftr" sz="quarter" idx="11"/>
          </p:nvPr>
        </p:nvSpPr>
        <p:spPr/>
        <p:txBody>
          <a:bodyPr/>
          <a:lstStyle/>
          <a:p>
            <a:endParaRPr lang="de-AT"/>
          </a:p>
        </p:txBody>
      </p:sp>
      <p:sp>
        <p:nvSpPr>
          <p:cNvPr id="5" name="Foliennummernplatzhalter 4">
            <a:extLst>
              <a:ext uri="{FF2B5EF4-FFF2-40B4-BE49-F238E27FC236}">
                <a16:creationId xmlns:a16="http://schemas.microsoft.com/office/drawing/2014/main" id="{7B5FC7FD-21DD-7E7B-BDAC-EC59B881AF3D}"/>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2518828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EAC8F943-55DE-059A-AA07-69C91F4C99E3}"/>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3" name="Fußzeilenplatzhalter 2">
            <a:extLst>
              <a:ext uri="{FF2B5EF4-FFF2-40B4-BE49-F238E27FC236}">
                <a16:creationId xmlns:a16="http://schemas.microsoft.com/office/drawing/2014/main" id="{43446FF9-AE92-D0DB-D122-982E94972C07}"/>
              </a:ext>
            </a:extLst>
          </p:cNvPr>
          <p:cNvSpPr>
            <a:spLocks noGrp="1"/>
          </p:cNvSpPr>
          <p:nvPr>
            <p:ph type="ftr" sz="quarter" idx="11"/>
          </p:nvPr>
        </p:nvSpPr>
        <p:spPr/>
        <p:txBody>
          <a:bodyPr/>
          <a:lstStyle/>
          <a:p>
            <a:endParaRPr lang="de-AT"/>
          </a:p>
        </p:txBody>
      </p:sp>
      <p:sp>
        <p:nvSpPr>
          <p:cNvPr id="4" name="Foliennummernplatzhalter 3">
            <a:extLst>
              <a:ext uri="{FF2B5EF4-FFF2-40B4-BE49-F238E27FC236}">
                <a16:creationId xmlns:a16="http://schemas.microsoft.com/office/drawing/2014/main" id="{F4C77A94-1AD4-33E2-43C1-A02F7A0C5C6F}"/>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308465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9E0EEF-535C-60FC-18B4-7FA28D62942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AT"/>
          </a:p>
        </p:txBody>
      </p:sp>
      <p:sp>
        <p:nvSpPr>
          <p:cNvPr id="3" name="Inhaltsplatzhalter 2">
            <a:extLst>
              <a:ext uri="{FF2B5EF4-FFF2-40B4-BE49-F238E27FC236}">
                <a16:creationId xmlns:a16="http://schemas.microsoft.com/office/drawing/2014/main" id="{2CC0B527-467F-9D60-B3F3-B3E8DD4C01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Textplatzhalter 3">
            <a:extLst>
              <a:ext uri="{FF2B5EF4-FFF2-40B4-BE49-F238E27FC236}">
                <a16:creationId xmlns:a16="http://schemas.microsoft.com/office/drawing/2014/main" id="{5331AB27-9FC7-66C9-B6E5-5B42B28F6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9781B0A-DD2E-6E32-394F-08F423C49F09}"/>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6" name="Fußzeilenplatzhalter 5">
            <a:extLst>
              <a:ext uri="{FF2B5EF4-FFF2-40B4-BE49-F238E27FC236}">
                <a16:creationId xmlns:a16="http://schemas.microsoft.com/office/drawing/2014/main" id="{46160B19-B1A4-76CA-5C81-27E07870DD5B}"/>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a16="http://schemas.microsoft.com/office/drawing/2014/main" id="{DBF212CA-33BE-38B4-64BC-04122473B5CE}"/>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2257590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FEFBD8-3491-80D4-6113-798F7BEA056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AT"/>
          </a:p>
        </p:txBody>
      </p:sp>
      <p:sp>
        <p:nvSpPr>
          <p:cNvPr id="3" name="Bildplatzhalter 2">
            <a:extLst>
              <a:ext uri="{FF2B5EF4-FFF2-40B4-BE49-F238E27FC236}">
                <a16:creationId xmlns:a16="http://schemas.microsoft.com/office/drawing/2014/main" id="{1558FCF4-FD42-1833-07AE-60FF9980F5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AT"/>
          </a:p>
        </p:txBody>
      </p:sp>
      <p:sp>
        <p:nvSpPr>
          <p:cNvPr id="4" name="Textplatzhalter 3">
            <a:extLst>
              <a:ext uri="{FF2B5EF4-FFF2-40B4-BE49-F238E27FC236}">
                <a16:creationId xmlns:a16="http://schemas.microsoft.com/office/drawing/2014/main" id="{6404E464-88E1-935C-57EF-0DF4D9FD8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5CCB813-FBFC-8751-CD17-2F9C981A48C4}"/>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6" name="Fußzeilenplatzhalter 5">
            <a:extLst>
              <a:ext uri="{FF2B5EF4-FFF2-40B4-BE49-F238E27FC236}">
                <a16:creationId xmlns:a16="http://schemas.microsoft.com/office/drawing/2014/main" id="{CBDA9B16-706B-E4FF-7A95-83D0FC7E3A48}"/>
              </a:ext>
            </a:extLst>
          </p:cNvPr>
          <p:cNvSpPr>
            <a:spLocks noGrp="1"/>
          </p:cNvSpPr>
          <p:nvPr>
            <p:ph type="ftr" sz="quarter" idx="11"/>
          </p:nvPr>
        </p:nvSpPr>
        <p:spPr/>
        <p:txBody>
          <a:bodyPr/>
          <a:lstStyle/>
          <a:p>
            <a:endParaRPr lang="de-AT"/>
          </a:p>
        </p:txBody>
      </p:sp>
      <p:sp>
        <p:nvSpPr>
          <p:cNvPr id="7" name="Foliennummernplatzhalter 6">
            <a:extLst>
              <a:ext uri="{FF2B5EF4-FFF2-40B4-BE49-F238E27FC236}">
                <a16:creationId xmlns:a16="http://schemas.microsoft.com/office/drawing/2014/main" id="{56DFFC85-C3EB-11E7-6CB3-86E3BA81EA6C}"/>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1696993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C524E2-AC0E-ACDF-65B4-2F62BF2CC3C6}"/>
              </a:ext>
            </a:extLst>
          </p:cNvPr>
          <p:cNvSpPr>
            <a:spLocks noGrp="1"/>
          </p:cNvSpPr>
          <p:nvPr>
            <p:ph type="title"/>
          </p:nvPr>
        </p:nvSpPr>
        <p:spPr/>
        <p:txBody>
          <a:bodyPr/>
          <a:lstStyle/>
          <a:p>
            <a:r>
              <a:rPr lang="de-DE"/>
              <a:t>Mastertitelformat bearbeiten</a:t>
            </a:r>
            <a:endParaRPr lang="de-AT"/>
          </a:p>
        </p:txBody>
      </p:sp>
      <p:sp>
        <p:nvSpPr>
          <p:cNvPr id="3" name="Vertikaler Textplatzhalter 2">
            <a:extLst>
              <a:ext uri="{FF2B5EF4-FFF2-40B4-BE49-F238E27FC236}">
                <a16:creationId xmlns:a16="http://schemas.microsoft.com/office/drawing/2014/main" id="{4242225B-9F5C-792F-D098-37814CADE5A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11C09045-270F-AFE6-D5C5-CC9FA5399963}"/>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5" name="Fußzeilenplatzhalter 4">
            <a:extLst>
              <a:ext uri="{FF2B5EF4-FFF2-40B4-BE49-F238E27FC236}">
                <a16:creationId xmlns:a16="http://schemas.microsoft.com/office/drawing/2014/main" id="{2642C717-851E-4A2A-6F8B-48EAEA5D259C}"/>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5DE6B4B1-3C73-5322-C575-42E1C7FF9B9C}"/>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423900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F923588E-4193-903E-D29B-ED9D729E3EE7}"/>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AT"/>
          </a:p>
        </p:txBody>
      </p:sp>
      <p:sp>
        <p:nvSpPr>
          <p:cNvPr id="3" name="Vertikaler Textplatzhalter 2">
            <a:extLst>
              <a:ext uri="{FF2B5EF4-FFF2-40B4-BE49-F238E27FC236}">
                <a16:creationId xmlns:a16="http://schemas.microsoft.com/office/drawing/2014/main" id="{8BF24640-71C8-388A-9CCB-A7D4FCEE571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907557AD-144E-87DF-2F71-18F19CA466B3}"/>
              </a:ext>
            </a:extLst>
          </p:cNvPr>
          <p:cNvSpPr>
            <a:spLocks noGrp="1"/>
          </p:cNvSpPr>
          <p:nvPr>
            <p:ph type="dt" sz="half" idx="10"/>
          </p:nvPr>
        </p:nvSpPr>
        <p:spPr/>
        <p:txBody>
          <a:bodyPr/>
          <a:lstStyle/>
          <a:p>
            <a:fld id="{A283F6F3-EBD4-4A96-B1FC-B82E01871E33}" type="datetimeFigureOut">
              <a:rPr lang="de-AT" smtClean="0"/>
              <a:t>02.12.2025</a:t>
            </a:fld>
            <a:endParaRPr lang="de-AT"/>
          </a:p>
        </p:txBody>
      </p:sp>
      <p:sp>
        <p:nvSpPr>
          <p:cNvPr id="5" name="Fußzeilenplatzhalter 4">
            <a:extLst>
              <a:ext uri="{FF2B5EF4-FFF2-40B4-BE49-F238E27FC236}">
                <a16:creationId xmlns:a16="http://schemas.microsoft.com/office/drawing/2014/main" id="{6BEC07C0-A959-9CAF-8517-DD8620738732}"/>
              </a:ext>
            </a:extLst>
          </p:cNvPr>
          <p:cNvSpPr>
            <a:spLocks noGrp="1"/>
          </p:cNvSpPr>
          <p:nvPr>
            <p:ph type="ftr" sz="quarter" idx="11"/>
          </p:nvPr>
        </p:nvSpPr>
        <p:spPr/>
        <p:txBody>
          <a:bodyPr/>
          <a:lstStyle/>
          <a:p>
            <a:endParaRPr lang="de-AT"/>
          </a:p>
        </p:txBody>
      </p:sp>
      <p:sp>
        <p:nvSpPr>
          <p:cNvPr id="6" name="Foliennummernplatzhalter 5">
            <a:extLst>
              <a:ext uri="{FF2B5EF4-FFF2-40B4-BE49-F238E27FC236}">
                <a16:creationId xmlns:a16="http://schemas.microsoft.com/office/drawing/2014/main" id="{6053F4EC-37AE-905D-FED6-0F8811C351C8}"/>
              </a:ext>
            </a:extLst>
          </p:cNvPr>
          <p:cNvSpPr>
            <a:spLocks noGrp="1"/>
          </p:cNvSpPr>
          <p:nvPr>
            <p:ph type="sldNum" sz="quarter" idx="12"/>
          </p:nvPr>
        </p:nvSpPr>
        <p:spPr/>
        <p:txBody>
          <a:bodyPr/>
          <a:lstStyle/>
          <a:p>
            <a:fld id="{ED565896-A532-43EB-8132-0E9890BD87D8}" type="slidenum">
              <a:rPr lang="de-AT" smtClean="0"/>
              <a:t>‹Nr.›</a:t>
            </a:fld>
            <a:endParaRPr lang="de-AT"/>
          </a:p>
        </p:txBody>
      </p:sp>
    </p:spTree>
    <p:extLst>
      <p:ext uri="{BB962C8B-B14F-4D97-AF65-F5344CB8AC3E}">
        <p14:creationId xmlns:p14="http://schemas.microsoft.com/office/powerpoint/2010/main" val="3683578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6D416BA-52AE-E60A-D239-0796EDFE21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AT"/>
          </a:p>
        </p:txBody>
      </p:sp>
      <p:sp>
        <p:nvSpPr>
          <p:cNvPr id="3" name="Textplatzhalter 2">
            <a:extLst>
              <a:ext uri="{FF2B5EF4-FFF2-40B4-BE49-F238E27FC236}">
                <a16:creationId xmlns:a16="http://schemas.microsoft.com/office/drawing/2014/main" id="{81B93299-A7E0-E2C7-0F6D-9A9E443649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4" name="Datumsplatzhalter 3">
            <a:extLst>
              <a:ext uri="{FF2B5EF4-FFF2-40B4-BE49-F238E27FC236}">
                <a16:creationId xmlns:a16="http://schemas.microsoft.com/office/drawing/2014/main" id="{4B5204A8-7066-CE31-A824-94EF8FD023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83F6F3-EBD4-4A96-B1FC-B82E01871E33}" type="datetimeFigureOut">
              <a:rPr lang="de-AT" smtClean="0"/>
              <a:t>02.12.2025</a:t>
            </a:fld>
            <a:endParaRPr lang="de-AT"/>
          </a:p>
        </p:txBody>
      </p:sp>
      <p:sp>
        <p:nvSpPr>
          <p:cNvPr id="5" name="Fußzeilenplatzhalter 4">
            <a:extLst>
              <a:ext uri="{FF2B5EF4-FFF2-40B4-BE49-F238E27FC236}">
                <a16:creationId xmlns:a16="http://schemas.microsoft.com/office/drawing/2014/main" id="{3F4BCBF7-CCA4-2C58-E11C-91B32325A0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AT"/>
          </a:p>
        </p:txBody>
      </p:sp>
      <p:sp>
        <p:nvSpPr>
          <p:cNvPr id="6" name="Foliennummernplatzhalter 5">
            <a:extLst>
              <a:ext uri="{FF2B5EF4-FFF2-40B4-BE49-F238E27FC236}">
                <a16:creationId xmlns:a16="http://schemas.microsoft.com/office/drawing/2014/main" id="{1AC1744F-A48F-ABED-F931-F34CCF585B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565896-A532-43EB-8132-0E9890BD87D8}" type="slidenum">
              <a:rPr lang="de-AT" smtClean="0"/>
              <a:t>‹Nr.›</a:t>
            </a:fld>
            <a:endParaRPr lang="de-AT"/>
          </a:p>
        </p:txBody>
      </p:sp>
    </p:spTree>
    <p:extLst>
      <p:ext uri="{BB962C8B-B14F-4D97-AF65-F5344CB8AC3E}">
        <p14:creationId xmlns:p14="http://schemas.microsoft.com/office/powerpoint/2010/main" val="35966178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Rectangle 103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ein Laptop mit einem Korb auf dem Bildschirm">
            <a:extLst>
              <a:ext uri="{FF2B5EF4-FFF2-40B4-BE49-F238E27FC236}">
                <a16:creationId xmlns:a16="http://schemas.microsoft.com/office/drawing/2014/main" id="{63D34AB8-013F-A82F-FBFF-2B0DA78DA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4294" b="1436"/>
          <a:stretch>
            <a:fillRect/>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2" name="Rectangle 104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24E5D7D-5928-00B8-391F-FF05B02352A9}"/>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de-DE" sz="5200">
                <a:solidFill>
                  <a:srgbClr val="FFFFFF"/>
                </a:solidFill>
                <a:latin typeface="+mn-lt"/>
              </a:rPr>
              <a:t>Berchtold HolzbauplanWebshop</a:t>
            </a:r>
            <a:endParaRPr lang="de-AT" sz="5200">
              <a:solidFill>
                <a:srgbClr val="FFFFFF"/>
              </a:solidFill>
              <a:latin typeface="+mn-lt"/>
            </a:endParaRPr>
          </a:p>
        </p:txBody>
      </p:sp>
      <p:sp>
        <p:nvSpPr>
          <p:cNvPr id="3" name="Untertitel 2">
            <a:extLst>
              <a:ext uri="{FF2B5EF4-FFF2-40B4-BE49-F238E27FC236}">
                <a16:creationId xmlns:a16="http://schemas.microsoft.com/office/drawing/2014/main" id="{CA873854-4522-0F93-70E3-15B7045E502B}"/>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de-DE">
                <a:solidFill>
                  <a:srgbClr val="FFFFFF"/>
                </a:solidFill>
              </a:rPr>
              <a:t>Julian Halbmayr</a:t>
            </a:r>
          </a:p>
          <a:p>
            <a:r>
              <a:rPr lang="de-AT">
                <a:solidFill>
                  <a:srgbClr val="FFFFFF"/>
                </a:solidFill>
              </a:rPr>
              <a:t>Laurenz Berchtold</a:t>
            </a:r>
          </a:p>
        </p:txBody>
      </p:sp>
    </p:spTree>
    <p:extLst>
      <p:ext uri="{BB962C8B-B14F-4D97-AF65-F5344CB8AC3E}">
        <p14:creationId xmlns:p14="http://schemas.microsoft.com/office/powerpoint/2010/main" val="554730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3D32D8-A181-64FB-ECA4-62026D93339A}"/>
              </a:ext>
            </a:extLst>
          </p:cNvPr>
          <p:cNvSpPr>
            <a:spLocks noGrp="1"/>
          </p:cNvSpPr>
          <p:nvPr>
            <p:ph type="title"/>
          </p:nvPr>
        </p:nvSpPr>
        <p:spPr/>
        <p:txBody>
          <a:bodyPr/>
          <a:lstStyle/>
          <a:p>
            <a:r>
              <a:rPr lang="de-DE" dirty="0"/>
              <a:t>Überblick</a:t>
            </a:r>
            <a:endParaRPr lang="de-AT" dirty="0"/>
          </a:p>
        </p:txBody>
      </p:sp>
      <p:graphicFrame>
        <p:nvGraphicFramePr>
          <p:cNvPr id="12" name="Inhaltsplatzhalter 2">
            <a:extLst>
              <a:ext uri="{FF2B5EF4-FFF2-40B4-BE49-F238E27FC236}">
                <a16:creationId xmlns:a16="http://schemas.microsoft.com/office/drawing/2014/main" id="{CE7C97C4-F2E9-2FC6-A159-B9E76981CF75}"/>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7569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957AE4-3F20-97CB-6615-DA3D82EC846F}"/>
              </a:ext>
            </a:extLst>
          </p:cNvPr>
          <p:cNvSpPr>
            <a:spLocks noGrp="1"/>
          </p:cNvSpPr>
          <p:nvPr>
            <p:ph type="title"/>
          </p:nvPr>
        </p:nvSpPr>
        <p:spPr/>
        <p:txBody>
          <a:bodyPr/>
          <a:lstStyle/>
          <a:p>
            <a:r>
              <a:rPr lang="de-DE" b="1" dirty="0"/>
              <a:t>Rückblick</a:t>
            </a:r>
            <a:endParaRPr lang="de-AT" b="1" dirty="0"/>
          </a:p>
        </p:txBody>
      </p:sp>
      <p:sp>
        <p:nvSpPr>
          <p:cNvPr id="3" name="Inhaltsplatzhalter 2">
            <a:extLst>
              <a:ext uri="{FF2B5EF4-FFF2-40B4-BE49-F238E27FC236}">
                <a16:creationId xmlns:a16="http://schemas.microsoft.com/office/drawing/2014/main" id="{AE0A1628-905C-4437-FB9E-1B856B6AC29B}"/>
              </a:ext>
            </a:extLst>
          </p:cNvPr>
          <p:cNvSpPr>
            <a:spLocks noGrp="1"/>
          </p:cNvSpPr>
          <p:nvPr>
            <p:ph idx="1"/>
          </p:nvPr>
        </p:nvSpPr>
        <p:spPr>
          <a:xfrm>
            <a:off x="838200" y="1501775"/>
            <a:ext cx="10515600" cy="4351338"/>
          </a:xfrm>
        </p:spPr>
        <p:txBody>
          <a:bodyPr>
            <a:normAutofit/>
          </a:bodyPr>
          <a:lstStyle/>
          <a:p>
            <a:pPr>
              <a:buNone/>
            </a:pPr>
            <a:r>
              <a:rPr lang="de-DE" sz="2400" b="1" dirty="0"/>
              <a:t>Übergeordnetes Ziel des Projekts</a:t>
            </a:r>
          </a:p>
          <a:p>
            <a:r>
              <a:rPr lang="de-DE" sz="2000" dirty="0"/>
              <a:t>Entwicklung eines Prototyp-Webshops für die Firma Berchtold Holzbauplan</a:t>
            </a:r>
          </a:p>
          <a:p>
            <a:r>
              <a:rPr lang="de-DE" sz="2000" dirty="0"/>
              <a:t>Ziel: Eine erste Testumgebung zur Darstellung der Grundstruktur des Webshops bereitzustellen </a:t>
            </a:r>
          </a:p>
          <a:p>
            <a:r>
              <a:rPr lang="de-DE" sz="2000" dirty="0"/>
              <a:t>Nutzer können im Prototyp verfügbare Materialien ansehen, nach Produkten suchen, die Menge wählen und sie zum Warenkorb hinzufügen.</a:t>
            </a:r>
          </a:p>
          <a:p>
            <a:pPr marL="0" indent="0">
              <a:buNone/>
            </a:pPr>
            <a:endParaRPr lang="de-AT" dirty="0"/>
          </a:p>
          <a:p>
            <a:pPr>
              <a:buNone/>
            </a:pPr>
            <a:r>
              <a:rPr lang="de-DE" sz="2400" b="1" dirty="0"/>
              <a:t>Ergebnisse aus Sprint 1</a:t>
            </a:r>
          </a:p>
          <a:p>
            <a:r>
              <a:rPr lang="de-DE" sz="2000" dirty="0"/>
              <a:t>Definition der grundlegenden Projektidee und Ziele</a:t>
            </a:r>
          </a:p>
          <a:p>
            <a:r>
              <a:rPr lang="de-DE" sz="2000" dirty="0"/>
              <a:t>Jira zur Verwaltung von Aufgaben und Sprints verwendet</a:t>
            </a:r>
          </a:p>
          <a:p>
            <a:r>
              <a:rPr lang="de-DE" sz="2000" dirty="0"/>
              <a:t>Erstellung eines ersten Design- und Datenbankentwurfs für den Webshop</a:t>
            </a:r>
          </a:p>
          <a:p>
            <a:pPr marL="0" indent="0">
              <a:buNone/>
            </a:pPr>
            <a:endParaRPr lang="de-DE" sz="2000" dirty="0"/>
          </a:p>
          <a:p>
            <a:pPr marL="0" indent="0">
              <a:buNone/>
            </a:pPr>
            <a:endParaRPr lang="de-AT" dirty="0"/>
          </a:p>
        </p:txBody>
      </p:sp>
    </p:spTree>
    <p:extLst>
      <p:ext uri="{BB962C8B-B14F-4D97-AF65-F5344CB8AC3E}">
        <p14:creationId xmlns:p14="http://schemas.microsoft.com/office/powerpoint/2010/main" val="219710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5E67C1-B367-A32D-7BCA-611FA20F0619}"/>
              </a:ext>
            </a:extLst>
          </p:cNvPr>
          <p:cNvSpPr>
            <a:spLocks noGrp="1"/>
          </p:cNvSpPr>
          <p:nvPr>
            <p:ph type="title"/>
          </p:nvPr>
        </p:nvSpPr>
        <p:spPr/>
        <p:txBody>
          <a:bodyPr/>
          <a:lstStyle/>
          <a:p>
            <a:r>
              <a:rPr lang="de-DE" b="1" dirty="0"/>
              <a:t>Ziele</a:t>
            </a:r>
            <a:endParaRPr lang="de-AT" b="1" dirty="0"/>
          </a:p>
        </p:txBody>
      </p:sp>
      <p:sp>
        <p:nvSpPr>
          <p:cNvPr id="3" name="Inhaltsplatzhalter 2">
            <a:extLst>
              <a:ext uri="{FF2B5EF4-FFF2-40B4-BE49-F238E27FC236}">
                <a16:creationId xmlns:a16="http://schemas.microsoft.com/office/drawing/2014/main" id="{E01F26E3-5CAF-DAA8-5EFB-834EBE54D574}"/>
              </a:ext>
            </a:extLst>
          </p:cNvPr>
          <p:cNvSpPr>
            <a:spLocks noGrp="1"/>
          </p:cNvSpPr>
          <p:nvPr>
            <p:ph idx="1"/>
          </p:nvPr>
        </p:nvSpPr>
        <p:spPr>
          <a:xfrm>
            <a:off x="838200" y="1538288"/>
            <a:ext cx="10515600" cy="4351338"/>
          </a:xfrm>
        </p:spPr>
        <p:txBody>
          <a:bodyPr>
            <a:normAutofit fontScale="92500" lnSpcReduction="10000"/>
          </a:bodyPr>
          <a:lstStyle/>
          <a:p>
            <a:pPr marL="0" indent="0">
              <a:buNone/>
            </a:pPr>
            <a:r>
              <a:rPr lang="de-DE" sz="2400" b="1" dirty="0"/>
              <a:t>Sprintziel </a:t>
            </a:r>
            <a:endParaRPr lang="de-DE" sz="2400" dirty="0"/>
          </a:p>
          <a:p>
            <a:r>
              <a:rPr lang="de-DE" sz="1600" dirty="0" err="1"/>
              <a:t>Nutzer:innen</a:t>
            </a:r>
            <a:r>
              <a:rPr lang="de-DE" sz="1600" dirty="0"/>
              <a:t> sollen sich registrieren und anmelden können</a:t>
            </a:r>
          </a:p>
          <a:p>
            <a:pPr>
              <a:buFont typeface="Arial" panose="020B0604020202020204" pitchFamily="34" charset="0"/>
              <a:buChar char="•"/>
            </a:pPr>
            <a:r>
              <a:rPr lang="de-DE" sz="1600" dirty="0"/>
              <a:t>Entwicklung eines funktionierenden Prototyps zur Anzeige und Auswahl verfügbarer Materialien</a:t>
            </a:r>
          </a:p>
          <a:p>
            <a:r>
              <a:rPr lang="de-DE" sz="1600" dirty="0"/>
              <a:t>Fokus liegt auf der Materialübersicht sowie den ersten Interaktionsmöglichkeiten (z. B. Materialdetails ansehen, Material zur Merkliste/Warenkorb hinzufügen)</a:t>
            </a:r>
          </a:p>
          <a:p>
            <a:pPr marL="0" indent="0">
              <a:buNone/>
            </a:pPr>
            <a:endParaRPr lang="de-DE" sz="1600" dirty="0"/>
          </a:p>
          <a:p>
            <a:pPr marL="0" indent="0">
              <a:buNone/>
            </a:pPr>
            <a:r>
              <a:rPr lang="de-DE" sz="2400" b="1" dirty="0"/>
              <a:t>Wichtigste User Stories / Tasks</a:t>
            </a:r>
          </a:p>
          <a:p>
            <a:pPr>
              <a:buFont typeface="Arial" panose="020B0604020202020204" pitchFamily="34" charset="0"/>
              <a:buChar char="•"/>
            </a:pPr>
            <a:r>
              <a:rPr lang="de-AT" sz="1600" dirty="0"/>
              <a:t>Home Page </a:t>
            </a:r>
          </a:p>
          <a:p>
            <a:pPr>
              <a:buFont typeface="Arial" panose="020B0604020202020204" pitchFamily="34" charset="0"/>
              <a:buChar char="•"/>
            </a:pPr>
            <a:r>
              <a:rPr lang="de-AT" sz="1600" dirty="0"/>
              <a:t>Login- und Registrierungsseite</a:t>
            </a:r>
          </a:p>
          <a:p>
            <a:pPr>
              <a:buFont typeface="Arial" panose="020B0604020202020204" pitchFamily="34" charset="0"/>
              <a:buChar char="•"/>
            </a:pPr>
            <a:r>
              <a:rPr lang="de-DE" sz="1600" dirty="0"/>
              <a:t>Produkt-Details Page</a:t>
            </a:r>
          </a:p>
          <a:p>
            <a:pPr>
              <a:buFont typeface="Arial" panose="020B0604020202020204" pitchFamily="34" charset="0"/>
              <a:buChar char="•"/>
            </a:pPr>
            <a:r>
              <a:rPr lang="de-DE" sz="1600" dirty="0"/>
              <a:t>Admin Page zur Produktverwaltung</a:t>
            </a:r>
          </a:p>
          <a:p>
            <a:pPr>
              <a:buFont typeface="Arial" panose="020B0604020202020204" pitchFamily="34" charset="0"/>
              <a:buChar char="•"/>
            </a:pPr>
            <a:r>
              <a:rPr lang="de-DE" sz="1600" dirty="0"/>
              <a:t>Admin Page zur Kategorienverwaltung</a:t>
            </a:r>
          </a:p>
          <a:p>
            <a:pPr>
              <a:buFont typeface="Arial" panose="020B0604020202020204" pitchFamily="34" charset="0"/>
              <a:buChar char="•"/>
            </a:pPr>
            <a:r>
              <a:rPr lang="de-DE" sz="1600" dirty="0"/>
              <a:t>Über uns Page</a:t>
            </a:r>
          </a:p>
          <a:p>
            <a:pPr>
              <a:buFont typeface="Arial" panose="020B0604020202020204" pitchFamily="34" charset="0"/>
              <a:buChar char="•"/>
            </a:pPr>
            <a:r>
              <a:rPr lang="de-DE" sz="1600" dirty="0"/>
              <a:t>Kontakt Page</a:t>
            </a:r>
          </a:p>
          <a:p>
            <a:pPr>
              <a:buFont typeface="Arial" panose="020B0604020202020204" pitchFamily="34" charset="0"/>
              <a:buChar char="•"/>
            </a:pPr>
            <a:endParaRPr lang="de-DE" sz="1600" dirty="0"/>
          </a:p>
        </p:txBody>
      </p:sp>
    </p:spTree>
    <p:extLst>
      <p:ext uri="{BB962C8B-B14F-4D97-AF65-F5344CB8AC3E}">
        <p14:creationId xmlns:p14="http://schemas.microsoft.com/office/powerpoint/2010/main" val="241317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648F82-4196-366D-9FEC-C625521C9EF3}"/>
              </a:ext>
            </a:extLst>
          </p:cNvPr>
          <p:cNvSpPr>
            <a:spLocks noGrp="1"/>
          </p:cNvSpPr>
          <p:nvPr>
            <p:ph type="title"/>
          </p:nvPr>
        </p:nvSpPr>
        <p:spPr/>
        <p:txBody>
          <a:bodyPr/>
          <a:lstStyle/>
          <a:p>
            <a:r>
              <a:rPr lang="de-DE" b="1" dirty="0"/>
              <a:t>Sprint 2</a:t>
            </a:r>
            <a:endParaRPr lang="de-AT" b="1" dirty="0"/>
          </a:p>
        </p:txBody>
      </p:sp>
      <p:sp>
        <p:nvSpPr>
          <p:cNvPr id="3" name="Inhaltsplatzhalter 2">
            <a:extLst>
              <a:ext uri="{FF2B5EF4-FFF2-40B4-BE49-F238E27FC236}">
                <a16:creationId xmlns:a16="http://schemas.microsoft.com/office/drawing/2014/main" id="{4F2D5D82-AF15-98DA-15CB-C0A6994FAD5B}"/>
              </a:ext>
            </a:extLst>
          </p:cNvPr>
          <p:cNvSpPr>
            <a:spLocks noGrp="1"/>
          </p:cNvSpPr>
          <p:nvPr>
            <p:ph idx="1"/>
          </p:nvPr>
        </p:nvSpPr>
        <p:spPr>
          <a:xfrm>
            <a:off x="838200" y="1568450"/>
            <a:ext cx="10515600" cy="4351338"/>
          </a:xfrm>
        </p:spPr>
        <p:txBody>
          <a:bodyPr>
            <a:normAutofit fontScale="85000" lnSpcReduction="20000"/>
          </a:bodyPr>
          <a:lstStyle/>
          <a:p>
            <a:pPr>
              <a:buNone/>
            </a:pPr>
            <a:r>
              <a:rPr lang="de-DE" b="1" dirty="0"/>
              <a:t>Ziele:</a:t>
            </a:r>
            <a:endParaRPr lang="de-DE" dirty="0"/>
          </a:p>
          <a:p>
            <a:pPr>
              <a:buFont typeface="Arial" panose="020B0604020202020204" pitchFamily="34" charset="0"/>
              <a:buChar char="•"/>
            </a:pPr>
            <a:r>
              <a:rPr lang="de-DE" dirty="0"/>
              <a:t>Geplantes Design umsetzen und implementieren</a:t>
            </a:r>
          </a:p>
          <a:p>
            <a:pPr>
              <a:buFont typeface="Arial" panose="020B0604020202020204" pitchFamily="34" charset="0"/>
              <a:buChar char="•"/>
            </a:pPr>
            <a:r>
              <a:rPr lang="de-DE" dirty="0"/>
              <a:t>User Stories aus verschiedenen Sichten planen und ergänzen</a:t>
            </a:r>
          </a:p>
          <a:p>
            <a:r>
              <a:rPr lang="de-DE" dirty="0"/>
              <a:t>Datenbankkonzept finalisieren und in SQLite strukturell umsetzen, inklusive Anbindung über Entity Framework</a:t>
            </a:r>
          </a:p>
          <a:p>
            <a:pPr marL="0" indent="0">
              <a:buNone/>
            </a:pPr>
            <a:endParaRPr lang="de-DE" dirty="0"/>
          </a:p>
          <a:p>
            <a:pPr>
              <a:buNone/>
            </a:pPr>
            <a:r>
              <a:rPr lang="de-DE" b="1" dirty="0"/>
              <a:t>Product </a:t>
            </a:r>
            <a:r>
              <a:rPr lang="de-DE" b="1" dirty="0" err="1"/>
              <a:t>Increments</a:t>
            </a:r>
            <a:r>
              <a:rPr lang="de-DE" b="1" dirty="0"/>
              <a:t>:</a:t>
            </a:r>
            <a:endParaRPr lang="de-DE" dirty="0"/>
          </a:p>
          <a:p>
            <a:pPr>
              <a:buFont typeface="Arial" panose="020B0604020202020204" pitchFamily="34" charset="0"/>
              <a:buChar char="•"/>
            </a:pPr>
            <a:r>
              <a:rPr lang="de-DE" dirty="0"/>
              <a:t>Das geplante Design wurde basierend auf dem Entwurf erstellt und bereitgestellt.</a:t>
            </a:r>
          </a:p>
          <a:p>
            <a:pPr>
              <a:buFont typeface="Arial" panose="020B0604020202020204" pitchFamily="34" charset="0"/>
              <a:buChar char="•"/>
            </a:pPr>
            <a:r>
              <a:rPr lang="de-DE" dirty="0"/>
              <a:t>User Stories aus unterschiedlichen Perspektiven wurden formuliert und bekannt gegeben</a:t>
            </a:r>
          </a:p>
          <a:p>
            <a:pPr>
              <a:buFont typeface="Arial" panose="020B0604020202020204" pitchFamily="34" charset="0"/>
              <a:buChar char="•"/>
            </a:pPr>
            <a:r>
              <a:rPr lang="de-DE" dirty="0"/>
              <a:t>Ein erstes SQL-Skript zur Grundstruktur der SQLite-Datenbank wurde erstellt</a:t>
            </a:r>
          </a:p>
        </p:txBody>
      </p:sp>
    </p:spTree>
    <p:extLst>
      <p:ext uri="{BB962C8B-B14F-4D97-AF65-F5344CB8AC3E}">
        <p14:creationId xmlns:p14="http://schemas.microsoft.com/office/powerpoint/2010/main" val="2849230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60F6F61D-7D6F-7367-1DF3-7ED7A8FAC6A3}"/>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b="1" dirty="0"/>
              <a:t>Live Demo</a:t>
            </a:r>
          </a:p>
        </p:txBody>
      </p:sp>
      <p:pic>
        <p:nvPicPr>
          <p:cNvPr id="6" name="Graphic 5" descr="Wiedergabe">
            <a:extLst>
              <a:ext uri="{FF2B5EF4-FFF2-40B4-BE49-F238E27FC236}">
                <a16:creationId xmlns:a16="http://schemas.microsoft.com/office/drawing/2014/main" id="{498C199B-4DBB-5339-7A23-264C39420A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89916" y="593725"/>
            <a:ext cx="5670549" cy="5670549"/>
          </a:xfrm>
          <a:prstGeom prst="rect">
            <a:avLst/>
          </a:prstGeom>
        </p:spPr>
      </p:pic>
    </p:spTree>
    <p:extLst>
      <p:ext uri="{BB962C8B-B14F-4D97-AF65-F5344CB8AC3E}">
        <p14:creationId xmlns:p14="http://schemas.microsoft.com/office/powerpoint/2010/main" val="1994357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BDC414-1F00-1E79-9018-6440E0B9BE7D}"/>
              </a:ext>
            </a:extLst>
          </p:cNvPr>
          <p:cNvSpPr>
            <a:spLocks noGrp="1"/>
          </p:cNvSpPr>
          <p:nvPr>
            <p:ph type="title"/>
          </p:nvPr>
        </p:nvSpPr>
        <p:spPr/>
        <p:txBody>
          <a:bodyPr/>
          <a:lstStyle/>
          <a:p>
            <a:r>
              <a:rPr lang="de-DE" b="1" dirty="0"/>
              <a:t>Herausforderungen / Schwierigkeiten</a:t>
            </a:r>
            <a:endParaRPr lang="de-AT" b="1" dirty="0"/>
          </a:p>
        </p:txBody>
      </p:sp>
      <p:sp>
        <p:nvSpPr>
          <p:cNvPr id="3" name="Inhaltsplatzhalter 2">
            <a:extLst>
              <a:ext uri="{FF2B5EF4-FFF2-40B4-BE49-F238E27FC236}">
                <a16:creationId xmlns:a16="http://schemas.microsoft.com/office/drawing/2014/main" id="{6510033C-1637-ED63-6528-613CEDCCDAE3}"/>
              </a:ext>
            </a:extLst>
          </p:cNvPr>
          <p:cNvSpPr>
            <a:spLocks noGrp="1"/>
          </p:cNvSpPr>
          <p:nvPr>
            <p:ph idx="1"/>
          </p:nvPr>
        </p:nvSpPr>
        <p:spPr>
          <a:xfrm>
            <a:off x="838200" y="1577269"/>
            <a:ext cx="10515600" cy="4351338"/>
          </a:xfrm>
        </p:spPr>
        <p:txBody>
          <a:bodyPr>
            <a:noAutofit/>
          </a:bodyPr>
          <a:lstStyle/>
          <a:p>
            <a:r>
              <a:rPr lang="de-DE" sz="2500" dirty="0"/>
              <a:t>Neues Team → Rollenverteilung &amp; gemeinsame Arbeitsweise mussten sich erst einspielen</a:t>
            </a:r>
          </a:p>
          <a:p>
            <a:pPr marL="0" indent="0">
              <a:buNone/>
            </a:pPr>
            <a:endParaRPr lang="de-DE" sz="2500" dirty="0"/>
          </a:p>
          <a:p>
            <a:r>
              <a:rPr lang="de-DE" sz="2500" dirty="0"/>
              <a:t>Trotz Jira-Erfahrung war die saubere und übersichtliche Dokumentation anfangs schwierig</a:t>
            </a:r>
          </a:p>
          <a:p>
            <a:endParaRPr lang="de-DE" sz="2500" dirty="0"/>
          </a:p>
          <a:p>
            <a:r>
              <a:rPr lang="de-DE" sz="2500" dirty="0"/>
              <a:t>User Stories &amp; Aufgabenstruktur brauchten Zeit, bis alles klar definiert war</a:t>
            </a:r>
          </a:p>
          <a:p>
            <a:endParaRPr lang="de-DE" sz="2500" dirty="0"/>
          </a:p>
          <a:p>
            <a:r>
              <a:rPr lang="de-DE" sz="2500" dirty="0"/>
              <a:t>Einarbeitung in SQLite, Entity Framework und Razor Pages war anfangs aufwendig, läuft jetzt aber deutlich besser</a:t>
            </a:r>
          </a:p>
        </p:txBody>
      </p:sp>
    </p:spTree>
    <p:extLst>
      <p:ext uri="{BB962C8B-B14F-4D97-AF65-F5344CB8AC3E}">
        <p14:creationId xmlns:p14="http://schemas.microsoft.com/office/powerpoint/2010/main" val="1515754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DE3899-1206-FE3A-5955-8EFC6EC74CA7}"/>
              </a:ext>
            </a:extLst>
          </p:cNvPr>
          <p:cNvSpPr>
            <a:spLocks noGrp="1"/>
          </p:cNvSpPr>
          <p:nvPr>
            <p:ph type="title"/>
          </p:nvPr>
        </p:nvSpPr>
        <p:spPr/>
        <p:txBody>
          <a:bodyPr/>
          <a:lstStyle/>
          <a:p>
            <a:r>
              <a:rPr lang="de-DE" b="1" dirty="0"/>
              <a:t>Ausblick</a:t>
            </a:r>
            <a:endParaRPr lang="de-AT" b="1" dirty="0"/>
          </a:p>
        </p:txBody>
      </p:sp>
      <p:sp>
        <p:nvSpPr>
          <p:cNvPr id="3" name="Inhaltsplatzhalter 2">
            <a:extLst>
              <a:ext uri="{FF2B5EF4-FFF2-40B4-BE49-F238E27FC236}">
                <a16:creationId xmlns:a16="http://schemas.microsoft.com/office/drawing/2014/main" id="{EE9FF5D1-1805-0684-EEFF-EBF63DA29339}"/>
              </a:ext>
            </a:extLst>
          </p:cNvPr>
          <p:cNvSpPr>
            <a:spLocks noGrp="1"/>
          </p:cNvSpPr>
          <p:nvPr>
            <p:ph idx="1"/>
          </p:nvPr>
        </p:nvSpPr>
        <p:spPr/>
        <p:txBody>
          <a:bodyPr>
            <a:normAutofit fontScale="85000" lnSpcReduction="10000"/>
          </a:bodyPr>
          <a:lstStyle/>
          <a:p>
            <a:r>
              <a:rPr lang="de-AT" dirty="0"/>
              <a:t>Funktionsfähigen Warenkorb implementieren</a:t>
            </a:r>
          </a:p>
          <a:p>
            <a:pPr lvl="1"/>
            <a:r>
              <a:rPr lang="de-DE" dirty="0"/>
              <a:t>Produkte sollen hinzugefügt, entfernt und in der Menge angepasst werden können.</a:t>
            </a:r>
          </a:p>
          <a:p>
            <a:pPr marL="457200" lvl="1" indent="0">
              <a:buNone/>
            </a:pPr>
            <a:endParaRPr lang="de-AT" dirty="0"/>
          </a:p>
          <a:p>
            <a:r>
              <a:rPr lang="de-AT" dirty="0"/>
              <a:t>Checkout-System umsetzen</a:t>
            </a:r>
          </a:p>
          <a:p>
            <a:pPr lvl="1"/>
            <a:r>
              <a:rPr lang="de-DE" dirty="0"/>
              <a:t>Abschluss einer Bestellung inkl. Zusammenfassung, Versand-/Adressdaten und Bestellübersicht.</a:t>
            </a:r>
          </a:p>
          <a:p>
            <a:pPr marL="457200" lvl="1" indent="0">
              <a:buNone/>
            </a:pPr>
            <a:endParaRPr lang="de-DE" dirty="0"/>
          </a:p>
          <a:p>
            <a:r>
              <a:rPr lang="de-DE" dirty="0"/>
              <a:t>Merkliste / „Produkte merken“-Funktion hinzufügen</a:t>
            </a:r>
          </a:p>
          <a:p>
            <a:pPr lvl="1"/>
            <a:r>
              <a:rPr lang="de-DE" dirty="0" err="1"/>
              <a:t>Nutzer:innen</a:t>
            </a:r>
            <a:r>
              <a:rPr lang="de-DE" dirty="0"/>
              <a:t> können Produkte speichern, ohne sie sofort zu kaufen.</a:t>
            </a:r>
          </a:p>
          <a:p>
            <a:pPr marL="457200" lvl="1" indent="0">
              <a:buNone/>
            </a:pPr>
            <a:endParaRPr lang="de-DE" dirty="0"/>
          </a:p>
          <a:p>
            <a:r>
              <a:rPr lang="de-AT" dirty="0"/>
              <a:t>Admin-Bereich erweitern</a:t>
            </a:r>
          </a:p>
          <a:p>
            <a:pPr lvl="1"/>
            <a:r>
              <a:rPr lang="de-DE" dirty="0"/>
              <a:t>Verwaltung von Produkten, Kategorien und Materialbeständen; Rechteverwaltung verbessern.</a:t>
            </a:r>
            <a:endParaRPr lang="de-AT" dirty="0"/>
          </a:p>
        </p:txBody>
      </p:sp>
    </p:spTree>
    <p:extLst>
      <p:ext uri="{BB962C8B-B14F-4D97-AF65-F5344CB8AC3E}">
        <p14:creationId xmlns:p14="http://schemas.microsoft.com/office/powerpoint/2010/main" val="277628146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482</Words>
  <Application>Microsoft Office PowerPoint</Application>
  <PresentationFormat>Breitbild</PresentationFormat>
  <Paragraphs>79</Paragraphs>
  <Slides>8</Slides>
  <Notes>4</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Aptos</vt:lpstr>
      <vt:lpstr>Aptos Display</vt:lpstr>
      <vt:lpstr>Arial</vt:lpstr>
      <vt:lpstr>Office</vt:lpstr>
      <vt:lpstr>Berchtold HolzbauplanWebshop</vt:lpstr>
      <vt:lpstr>Überblick</vt:lpstr>
      <vt:lpstr>Rückblick</vt:lpstr>
      <vt:lpstr>Ziele</vt:lpstr>
      <vt:lpstr>Sprint 2</vt:lpstr>
      <vt:lpstr>Live Demo</vt:lpstr>
      <vt:lpstr>Herausforderungen / Schwierigkeiten</vt:lpstr>
      <vt:lpstr>Ausblick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Halbmayr</dc:creator>
  <cp:lastModifiedBy>Julian Halbmayr</cp:lastModifiedBy>
  <cp:revision>38</cp:revision>
  <dcterms:created xsi:type="dcterms:W3CDTF">2025-04-23T08:44:09Z</dcterms:created>
  <dcterms:modified xsi:type="dcterms:W3CDTF">2025-12-02T07:52:41Z</dcterms:modified>
</cp:coreProperties>
</file>