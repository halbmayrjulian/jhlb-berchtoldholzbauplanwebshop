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0" r:id="rId4"/>
    <p:sldId id="283" r:id="rId5"/>
    <p:sldId id="280" r:id="rId6"/>
    <p:sldId id="273" r:id="rId7"/>
    <p:sldId id="274" r:id="rId8"/>
    <p:sldId id="284" r:id="rId9"/>
    <p:sldId id="275" r:id="rId10"/>
    <p:sldId id="285" r:id="rId11"/>
    <p:sldId id="263" r:id="rId12"/>
    <p:sldId id="282" r:id="rId13"/>
    <p:sldId id="278" r:id="rId14"/>
    <p:sldId id="27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C95FEDC7-AE3B-488A-85CB-1A4EE63E45E9}">
          <p14:sldIdLst>
            <p14:sldId id="258"/>
            <p14:sldId id="259"/>
            <p14:sldId id="260"/>
            <p14:sldId id="283"/>
            <p14:sldId id="280"/>
            <p14:sldId id="273"/>
            <p14:sldId id="274"/>
            <p14:sldId id="284"/>
            <p14:sldId id="275"/>
            <p14:sldId id="285"/>
            <p14:sldId id="263"/>
            <p14:sldId id="282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E7DE1-3E05-4924-AE1E-02D805B14A3A}" v="1" dt="2026-01-21T06:45:08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1" d="100"/>
          <a:sy n="61" d="100"/>
        </p:scale>
        <p:origin x="60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z Berchtold" userId="bf8fbad8-d71e-4779-ab0c-ba75c9f855a2" providerId="ADAL" clId="{6AB3C900-B65B-4149-B75B-040B4FBC2CE3}"/>
    <pc:docChg chg="modSld">
      <pc:chgData name="Laurenz Berchtold" userId="bf8fbad8-d71e-4779-ab0c-ba75c9f855a2" providerId="ADAL" clId="{6AB3C900-B65B-4149-B75B-040B4FBC2CE3}" dt="2026-01-21T06:33:56.340" v="1" actId="20577"/>
      <pc:docMkLst>
        <pc:docMk/>
      </pc:docMkLst>
      <pc:sldChg chg="modSp mod">
        <pc:chgData name="Laurenz Berchtold" userId="bf8fbad8-d71e-4779-ab0c-ba75c9f855a2" providerId="ADAL" clId="{6AB3C900-B65B-4149-B75B-040B4FBC2CE3}" dt="2026-01-21T06:33:56.340" v="1" actId="20577"/>
        <pc:sldMkLst>
          <pc:docMk/>
          <pc:sldMk cId="1017764230" sldId="276"/>
        </pc:sldMkLst>
        <pc:spChg chg="mod">
          <ac:chgData name="Laurenz Berchtold" userId="bf8fbad8-d71e-4779-ab0c-ba75c9f855a2" providerId="ADAL" clId="{6AB3C900-B65B-4149-B75B-040B4FBC2CE3}" dt="2026-01-21T06:33:56.340" v="1" actId="20577"/>
          <ac:spMkLst>
            <pc:docMk/>
            <pc:sldMk cId="1017764230" sldId="276"/>
            <ac:spMk id="3" creationId="{0CDD7A6D-2E3D-758C-D528-FBC7B37B838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1149C1-CFD3-4BDE-9D10-02604268D43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8A73D1-AD19-402A-9A87-A60C52125F98}">
      <dgm:prSet/>
      <dgm:spPr/>
      <dgm:t>
        <a:bodyPr/>
        <a:lstStyle/>
        <a:p>
          <a:pPr>
            <a:lnSpc>
              <a:spcPct val="100000"/>
            </a:lnSpc>
          </a:pPr>
          <a:r>
            <a:rPr lang="de-AT" dirty="0"/>
            <a:t>Rückblick</a:t>
          </a:r>
          <a:endParaRPr lang="en-US" dirty="0"/>
        </a:p>
      </dgm:t>
    </dgm:pt>
    <dgm:pt modelId="{BD0A2743-E90D-43C9-A4C0-A84B706B744B}" type="parTrans" cxnId="{2EC4C550-8EB0-4E77-9E3C-DF52EB1FD2F2}">
      <dgm:prSet/>
      <dgm:spPr/>
      <dgm:t>
        <a:bodyPr/>
        <a:lstStyle/>
        <a:p>
          <a:endParaRPr lang="en-US"/>
        </a:p>
      </dgm:t>
    </dgm:pt>
    <dgm:pt modelId="{67CB4D47-D9F7-4597-9D23-3114CC17D568}" type="sibTrans" cxnId="{2EC4C550-8EB0-4E77-9E3C-DF52EB1FD2F2}">
      <dgm:prSet/>
      <dgm:spPr/>
      <dgm:t>
        <a:bodyPr/>
        <a:lstStyle/>
        <a:p>
          <a:endParaRPr lang="en-US"/>
        </a:p>
      </dgm:t>
    </dgm:pt>
    <dgm:pt modelId="{1ADA2BD3-2895-42CA-AC30-ABFC3EFDC945}">
      <dgm:prSet/>
      <dgm:spPr/>
      <dgm:t>
        <a:bodyPr/>
        <a:lstStyle/>
        <a:p>
          <a:pPr>
            <a:lnSpc>
              <a:spcPct val="100000"/>
            </a:lnSpc>
          </a:pPr>
          <a:r>
            <a:rPr lang="de-AT" dirty="0"/>
            <a:t>Anforderungen und Ziele </a:t>
          </a:r>
          <a:endParaRPr lang="en-US" dirty="0"/>
        </a:p>
      </dgm:t>
    </dgm:pt>
    <dgm:pt modelId="{93E1869B-37AD-4D68-BBC5-73A279DC3DB0}" type="parTrans" cxnId="{6015D94B-C7F2-4B06-B096-E7CCD928E405}">
      <dgm:prSet/>
      <dgm:spPr/>
      <dgm:t>
        <a:bodyPr/>
        <a:lstStyle/>
        <a:p>
          <a:endParaRPr lang="en-US"/>
        </a:p>
      </dgm:t>
    </dgm:pt>
    <dgm:pt modelId="{626E2F73-9BD7-4EC1-A838-31EF0F243F87}" type="sibTrans" cxnId="{6015D94B-C7F2-4B06-B096-E7CCD928E405}">
      <dgm:prSet/>
      <dgm:spPr/>
      <dgm:t>
        <a:bodyPr/>
        <a:lstStyle/>
        <a:p>
          <a:endParaRPr lang="en-US"/>
        </a:p>
      </dgm:t>
    </dgm:pt>
    <dgm:pt modelId="{FF6EA48B-70D5-4A06-ADA7-0D3C8441C3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Live Demo</a:t>
          </a:r>
        </a:p>
      </dgm:t>
    </dgm:pt>
    <dgm:pt modelId="{90FFC0EC-52CF-4063-91CD-E6A434F70611}" type="parTrans" cxnId="{4EF0C7D6-E213-4018-BE80-F48AC19FDB93}">
      <dgm:prSet/>
      <dgm:spPr/>
      <dgm:t>
        <a:bodyPr/>
        <a:lstStyle/>
        <a:p>
          <a:endParaRPr lang="en-US"/>
        </a:p>
      </dgm:t>
    </dgm:pt>
    <dgm:pt modelId="{D5E04BDF-8D8D-4D05-A783-44F8A643D01A}" type="sibTrans" cxnId="{4EF0C7D6-E213-4018-BE80-F48AC19FDB93}">
      <dgm:prSet/>
      <dgm:spPr/>
      <dgm:t>
        <a:bodyPr/>
        <a:lstStyle/>
        <a:p>
          <a:endParaRPr lang="en-US"/>
        </a:p>
      </dgm:t>
    </dgm:pt>
    <dgm:pt modelId="{277E0D86-93C4-4788-8D46-BD0AD291AB3D}">
      <dgm:prSet/>
      <dgm:spPr/>
      <dgm:t>
        <a:bodyPr/>
        <a:lstStyle/>
        <a:p>
          <a:pPr>
            <a:lnSpc>
              <a:spcPct val="100000"/>
            </a:lnSpc>
          </a:pPr>
          <a:r>
            <a:rPr lang="de-AT" dirty="0"/>
            <a:t>Projektergebnisse</a:t>
          </a:r>
          <a:endParaRPr lang="en-US" dirty="0"/>
        </a:p>
      </dgm:t>
    </dgm:pt>
    <dgm:pt modelId="{D008D7B5-E6E6-4F7F-937F-F6EDFB6BD715}" type="parTrans" cxnId="{FAF17B52-D2C0-4D12-8030-36745EA09CA3}">
      <dgm:prSet/>
      <dgm:spPr/>
      <dgm:t>
        <a:bodyPr/>
        <a:lstStyle/>
        <a:p>
          <a:endParaRPr lang="en-US"/>
        </a:p>
      </dgm:t>
    </dgm:pt>
    <dgm:pt modelId="{0CC8A3EA-E66E-4BB3-A30A-EA5C6B9CF79D}" type="sibTrans" cxnId="{FAF17B52-D2C0-4D12-8030-36745EA09CA3}">
      <dgm:prSet/>
      <dgm:spPr/>
      <dgm:t>
        <a:bodyPr/>
        <a:lstStyle/>
        <a:p>
          <a:endParaRPr lang="en-US"/>
        </a:p>
      </dgm:t>
    </dgm:pt>
    <dgm:pt modelId="{36B6500C-8578-4811-B206-945CF9CC74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Fazit</a:t>
          </a:r>
          <a:endParaRPr lang="en-US" dirty="0"/>
        </a:p>
      </dgm:t>
    </dgm:pt>
    <dgm:pt modelId="{29A2B291-FCAB-4865-BCE3-37322E7D2960}" type="parTrans" cxnId="{75CBC8D8-3820-46DF-B2EC-1D25CD29A561}">
      <dgm:prSet/>
      <dgm:spPr/>
      <dgm:t>
        <a:bodyPr/>
        <a:lstStyle/>
        <a:p>
          <a:endParaRPr lang="de-AT"/>
        </a:p>
      </dgm:t>
    </dgm:pt>
    <dgm:pt modelId="{B40FB23F-6A8D-4936-A99E-2E490DBE4F00}" type="sibTrans" cxnId="{75CBC8D8-3820-46DF-B2EC-1D25CD29A561}">
      <dgm:prSet/>
      <dgm:spPr/>
      <dgm:t>
        <a:bodyPr/>
        <a:lstStyle/>
        <a:p>
          <a:endParaRPr lang="de-AT"/>
        </a:p>
      </dgm:t>
    </dgm:pt>
    <dgm:pt modelId="{2B2C1B6B-0323-439B-B6E9-F430445964CB}" type="pres">
      <dgm:prSet presAssocID="{601149C1-CFD3-4BDE-9D10-02604268D43E}" presName="root" presStyleCnt="0">
        <dgm:presLayoutVars>
          <dgm:dir/>
          <dgm:resizeHandles val="exact"/>
        </dgm:presLayoutVars>
      </dgm:prSet>
      <dgm:spPr/>
    </dgm:pt>
    <dgm:pt modelId="{39639DAE-57AE-47FA-81A0-259B8577772D}" type="pres">
      <dgm:prSet presAssocID="{728A73D1-AD19-402A-9A87-A60C52125F98}" presName="compNode" presStyleCnt="0"/>
      <dgm:spPr/>
    </dgm:pt>
    <dgm:pt modelId="{2A59D14B-8B7F-4E99-ADBA-795F2B0209F3}" type="pres">
      <dgm:prSet presAssocID="{728A73D1-AD19-402A-9A87-A60C52125F98}" presName="bgRect" presStyleLbl="bgShp" presStyleIdx="0" presStyleCnt="5"/>
      <dgm:spPr/>
    </dgm:pt>
    <dgm:pt modelId="{E8B130CA-0AFA-4234-8BE1-66B0B0D1AE54}" type="pres">
      <dgm:prSet presAssocID="{728A73D1-AD19-402A-9A87-A60C52125F9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edergabe"/>
        </a:ext>
      </dgm:extLst>
    </dgm:pt>
    <dgm:pt modelId="{69C34663-0C6A-4F72-A685-C0A7997F2A72}" type="pres">
      <dgm:prSet presAssocID="{728A73D1-AD19-402A-9A87-A60C52125F98}" presName="spaceRect" presStyleCnt="0"/>
      <dgm:spPr/>
    </dgm:pt>
    <dgm:pt modelId="{E4A515B2-3268-48C3-87A0-95A36BCD3448}" type="pres">
      <dgm:prSet presAssocID="{728A73D1-AD19-402A-9A87-A60C52125F98}" presName="parTx" presStyleLbl="revTx" presStyleIdx="0" presStyleCnt="5">
        <dgm:presLayoutVars>
          <dgm:chMax val="0"/>
          <dgm:chPref val="0"/>
        </dgm:presLayoutVars>
      </dgm:prSet>
      <dgm:spPr/>
    </dgm:pt>
    <dgm:pt modelId="{07E43460-659C-480B-AA8E-A87DB58C6AEF}" type="pres">
      <dgm:prSet presAssocID="{67CB4D47-D9F7-4597-9D23-3114CC17D568}" presName="sibTrans" presStyleCnt="0"/>
      <dgm:spPr/>
    </dgm:pt>
    <dgm:pt modelId="{E93C86F1-37D0-4786-B483-1DA429744DBC}" type="pres">
      <dgm:prSet presAssocID="{1ADA2BD3-2895-42CA-AC30-ABFC3EFDC945}" presName="compNode" presStyleCnt="0"/>
      <dgm:spPr/>
    </dgm:pt>
    <dgm:pt modelId="{812254B3-7D31-4D9E-B455-1B0DEB48EF4B}" type="pres">
      <dgm:prSet presAssocID="{1ADA2BD3-2895-42CA-AC30-ABFC3EFDC945}" presName="bgRect" presStyleLbl="bgShp" presStyleIdx="1" presStyleCnt="5"/>
      <dgm:spPr/>
    </dgm:pt>
    <dgm:pt modelId="{DBBEADC9-4EC3-4DB3-8005-34FD7E56383D}" type="pres">
      <dgm:prSet presAssocID="{1ADA2BD3-2895-42CA-AC30-ABFC3EFDC94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EED83F29-3048-420F-B3CE-FBCA214D9C70}" type="pres">
      <dgm:prSet presAssocID="{1ADA2BD3-2895-42CA-AC30-ABFC3EFDC945}" presName="spaceRect" presStyleCnt="0"/>
      <dgm:spPr/>
    </dgm:pt>
    <dgm:pt modelId="{B3C5D237-A6BE-4F20-A02E-FFB882236D87}" type="pres">
      <dgm:prSet presAssocID="{1ADA2BD3-2895-42CA-AC30-ABFC3EFDC945}" presName="parTx" presStyleLbl="revTx" presStyleIdx="1" presStyleCnt="5">
        <dgm:presLayoutVars>
          <dgm:chMax val="0"/>
          <dgm:chPref val="0"/>
        </dgm:presLayoutVars>
      </dgm:prSet>
      <dgm:spPr/>
    </dgm:pt>
    <dgm:pt modelId="{16F6E5B0-0820-4193-A578-A9640064604D}" type="pres">
      <dgm:prSet presAssocID="{626E2F73-9BD7-4EC1-A838-31EF0F243F87}" presName="sibTrans" presStyleCnt="0"/>
      <dgm:spPr/>
    </dgm:pt>
    <dgm:pt modelId="{23E03B7F-D583-4825-8A20-B44E08416564}" type="pres">
      <dgm:prSet presAssocID="{277E0D86-93C4-4788-8D46-BD0AD291AB3D}" presName="compNode" presStyleCnt="0"/>
      <dgm:spPr/>
    </dgm:pt>
    <dgm:pt modelId="{AB3B0F4A-40D4-45D8-BE4B-CC99DD908725}" type="pres">
      <dgm:prSet presAssocID="{277E0D86-93C4-4788-8D46-BD0AD291AB3D}" presName="bgRect" presStyleLbl="bgShp" presStyleIdx="2" presStyleCnt="5"/>
      <dgm:spPr/>
    </dgm:pt>
    <dgm:pt modelId="{738FBF5A-DC5C-4778-BD25-83F3629423F8}" type="pres">
      <dgm:prSet presAssocID="{277E0D86-93C4-4788-8D46-BD0AD291AB3D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storming Silhouette"/>
        </a:ext>
      </dgm:extLst>
    </dgm:pt>
    <dgm:pt modelId="{139BA5AF-6179-498D-AD36-12A7837B29D9}" type="pres">
      <dgm:prSet presAssocID="{277E0D86-93C4-4788-8D46-BD0AD291AB3D}" presName="spaceRect" presStyleCnt="0"/>
      <dgm:spPr/>
    </dgm:pt>
    <dgm:pt modelId="{46BB7B6D-5B38-4767-BE35-AFB35682DE54}" type="pres">
      <dgm:prSet presAssocID="{277E0D86-93C4-4788-8D46-BD0AD291AB3D}" presName="parTx" presStyleLbl="revTx" presStyleIdx="2" presStyleCnt="5">
        <dgm:presLayoutVars>
          <dgm:chMax val="0"/>
          <dgm:chPref val="0"/>
        </dgm:presLayoutVars>
      </dgm:prSet>
      <dgm:spPr/>
    </dgm:pt>
    <dgm:pt modelId="{CFD07E4F-3296-4E55-BA88-6B5A3F978814}" type="pres">
      <dgm:prSet presAssocID="{0CC8A3EA-E66E-4BB3-A30A-EA5C6B9CF79D}" presName="sibTrans" presStyleCnt="0"/>
      <dgm:spPr/>
    </dgm:pt>
    <dgm:pt modelId="{BE51A623-F34F-47EC-BCA8-72E942089D41}" type="pres">
      <dgm:prSet presAssocID="{FF6EA48B-70D5-4A06-ADA7-0D3C8441C322}" presName="compNode" presStyleCnt="0"/>
      <dgm:spPr/>
    </dgm:pt>
    <dgm:pt modelId="{511CFD2F-B478-4F66-895F-F1216651502F}" type="pres">
      <dgm:prSet presAssocID="{FF6EA48B-70D5-4A06-ADA7-0D3C8441C322}" presName="bgRect" presStyleLbl="bgShp" presStyleIdx="3" presStyleCnt="5"/>
      <dgm:spPr/>
    </dgm:pt>
    <dgm:pt modelId="{C353B3EC-88DE-4505-A754-6542BD0C4F53}" type="pres">
      <dgm:prSet presAssocID="{FF6EA48B-70D5-4A06-ADA7-0D3C8441C322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 mit einfarbiger Füllung"/>
        </a:ext>
      </dgm:extLst>
    </dgm:pt>
    <dgm:pt modelId="{40F6BBF7-28AE-4E9D-AFF4-849522F48D9B}" type="pres">
      <dgm:prSet presAssocID="{FF6EA48B-70D5-4A06-ADA7-0D3C8441C322}" presName="spaceRect" presStyleCnt="0"/>
      <dgm:spPr/>
    </dgm:pt>
    <dgm:pt modelId="{19BF776B-4D94-47D1-A8EA-4C72E2447E69}" type="pres">
      <dgm:prSet presAssocID="{FF6EA48B-70D5-4A06-ADA7-0D3C8441C322}" presName="parTx" presStyleLbl="revTx" presStyleIdx="3" presStyleCnt="5">
        <dgm:presLayoutVars>
          <dgm:chMax val="0"/>
          <dgm:chPref val="0"/>
        </dgm:presLayoutVars>
      </dgm:prSet>
      <dgm:spPr/>
    </dgm:pt>
    <dgm:pt modelId="{975406FB-0E29-4002-ABEF-84486491B715}" type="pres">
      <dgm:prSet presAssocID="{D5E04BDF-8D8D-4D05-A783-44F8A643D01A}" presName="sibTrans" presStyleCnt="0"/>
      <dgm:spPr/>
    </dgm:pt>
    <dgm:pt modelId="{CB3FC95F-A72B-488B-9FD3-D4A18A8E007E}" type="pres">
      <dgm:prSet presAssocID="{36B6500C-8578-4811-B206-945CF9CC746A}" presName="compNode" presStyleCnt="0"/>
      <dgm:spPr/>
    </dgm:pt>
    <dgm:pt modelId="{8B54DA96-B9DD-475F-BF01-9CB4F0CC4D2D}" type="pres">
      <dgm:prSet presAssocID="{36B6500C-8578-4811-B206-945CF9CC746A}" presName="bgRect" presStyleLbl="bgShp" presStyleIdx="4" presStyleCnt="5"/>
      <dgm:spPr/>
    </dgm:pt>
    <dgm:pt modelId="{8ADD9AEB-A6BA-4F66-A55F-7DB4AEE1E15C}" type="pres">
      <dgm:prSet presAssocID="{36B6500C-8578-4811-B206-945CF9CC746A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ge mit einfarbiger Füllung"/>
        </a:ext>
      </dgm:extLst>
    </dgm:pt>
    <dgm:pt modelId="{53FAE40A-5E04-4C49-9999-AB9CDEF7347D}" type="pres">
      <dgm:prSet presAssocID="{36B6500C-8578-4811-B206-945CF9CC746A}" presName="spaceRect" presStyleCnt="0"/>
      <dgm:spPr/>
    </dgm:pt>
    <dgm:pt modelId="{5243EA4B-C144-469C-966E-3B207B4FD6DF}" type="pres">
      <dgm:prSet presAssocID="{36B6500C-8578-4811-B206-945CF9CC746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EDB716A-6D58-4AF5-8EF9-B2C69208006F}" type="presOf" srcId="{36B6500C-8578-4811-B206-945CF9CC746A}" destId="{5243EA4B-C144-469C-966E-3B207B4FD6DF}" srcOrd="0" destOrd="0" presId="urn:microsoft.com/office/officeart/2018/2/layout/IconVerticalSolidList"/>
    <dgm:cxn modelId="{6015D94B-C7F2-4B06-B096-E7CCD928E405}" srcId="{601149C1-CFD3-4BDE-9D10-02604268D43E}" destId="{1ADA2BD3-2895-42CA-AC30-ABFC3EFDC945}" srcOrd="1" destOrd="0" parTransId="{93E1869B-37AD-4D68-BBC5-73A279DC3DB0}" sibTransId="{626E2F73-9BD7-4EC1-A838-31EF0F243F87}"/>
    <dgm:cxn modelId="{0D21844D-7847-4966-8CAF-A66323423FC9}" type="presOf" srcId="{728A73D1-AD19-402A-9A87-A60C52125F98}" destId="{E4A515B2-3268-48C3-87A0-95A36BCD3448}" srcOrd="0" destOrd="0" presId="urn:microsoft.com/office/officeart/2018/2/layout/IconVerticalSolidList"/>
    <dgm:cxn modelId="{2EC4C550-8EB0-4E77-9E3C-DF52EB1FD2F2}" srcId="{601149C1-CFD3-4BDE-9D10-02604268D43E}" destId="{728A73D1-AD19-402A-9A87-A60C52125F98}" srcOrd="0" destOrd="0" parTransId="{BD0A2743-E90D-43C9-A4C0-A84B706B744B}" sibTransId="{67CB4D47-D9F7-4597-9D23-3114CC17D568}"/>
    <dgm:cxn modelId="{FAF17B52-D2C0-4D12-8030-36745EA09CA3}" srcId="{601149C1-CFD3-4BDE-9D10-02604268D43E}" destId="{277E0D86-93C4-4788-8D46-BD0AD291AB3D}" srcOrd="2" destOrd="0" parTransId="{D008D7B5-E6E6-4F7F-937F-F6EDFB6BD715}" sibTransId="{0CC8A3EA-E66E-4BB3-A30A-EA5C6B9CF79D}"/>
    <dgm:cxn modelId="{FF206076-FEEA-4772-B56F-8ADAED5BA09A}" type="presOf" srcId="{601149C1-CFD3-4BDE-9D10-02604268D43E}" destId="{2B2C1B6B-0323-439B-B6E9-F430445964CB}" srcOrd="0" destOrd="0" presId="urn:microsoft.com/office/officeart/2018/2/layout/IconVerticalSolidList"/>
    <dgm:cxn modelId="{790C34A5-DF6A-4F5E-ACB5-6A794CECD7DB}" type="presOf" srcId="{1ADA2BD3-2895-42CA-AC30-ABFC3EFDC945}" destId="{B3C5D237-A6BE-4F20-A02E-FFB882236D87}" srcOrd="0" destOrd="0" presId="urn:microsoft.com/office/officeart/2018/2/layout/IconVerticalSolidList"/>
    <dgm:cxn modelId="{4EF0C7D6-E213-4018-BE80-F48AC19FDB93}" srcId="{601149C1-CFD3-4BDE-9D10-02604268D43E}" destId="{FF6EA48B-70D5-4A06-ADA7-0D3C8441C322}" srcOrd="3" destOrd="0" parTransId="{90FFC0EC-52CF-4063-91CD-E6A434F70611}" sibTransId="{D5E04BDF-8D8D-4D05-A783-44F8A643D01A}"/>
    <dgm:cxn modelId="{75CBC8D8-3820-46DF-B2EC-1D25CD29A561}" srcId="{601149C1-CFD3-4BDE-9D10-02604268D43E}" destId="{36B6500C-8578-4811-B206-945CF9CC746A}" srcOrd="4" destOrd="0" parTransId="{29A2B291-FCAB-4865-BCE3-37322E7D2960}" sibTransId="{B40FB23F-6A8D-4936-A99E-2E490DBE4F00}"/>
    <dgm:cxn modelId="{0BA905DB-B62B-4180-BDB6-495E5E960AA9}" type="presOf" srcId="{277E0D86-93C4-4788-8D46-BD0AD291AB3D}" destId="{46BB7B6D-5B38-4767-BE35-AFB35682DE54}" srcOrd="0" destOrd="0" presId="urn:microsoft.com/office/officeart/2018/2/layout/IconVerticalSolidList"/>
    <dgm:cxn modelId="{3997E1E5-88C0-4A26-9E93-BA886C0C12D1}" type="presOf" srcId="{FF6EA48B-70D5-4A06-ADA7-0D3C8441C322}" destId="{19BF776B-4D94-47D1-A8EA-4C72E2447E69}" srcOrd="0" destOrd="0" presId="urn:microsoft.com/office/officeart/2018/2/layout/IconVerticalSolidList"/>
    <dgm:cxn modelId="{710E2E7C-4FA3-4E6C-B4CE-63B4C284162F}" type="presParOf" srcId="{2B2C1B6B-0323-439B-B6E9-F430445964CB}" destId="{39639DAE-57AE-47FA-81A0-259B8577772D}" srcOrd="0" destOrd="0" presId="urn:microsoft.com/office/officeart/2018/2/layout/IconVerticalSolidList"/>
    <dgm:cxn modelId="{C96BB45C-8D7B-4F27-B164-0F2B2F75715C}" type="presParOf" srcId="{39639DAE-57AE-47FA-81A0-259B8577772D}" destId="{2A59D14B-8B7F-4E99-ADBA-795F2B0209F3}" srcOrd="0" destOrd="0" presId="urn:microsoft.com/office/officeart/2018/2/layout/IconVerticalSolidList"/>
    <dgm:cxn modelId="{D4D09888-0456-458F-B24A-71BFD1738914}" type="presParOf" srcId="{39639DAE-57AE-47FA-81A0-259B8577772D}" destId="{E8B130CA-0AFA-4234-8BE1-66B0B0D1AE54}" srcOrd="1" destOrd="0" presId="urn:microsoft.com/office/officeart/2018/2/layout/IconVerticalSolidList"/>
    <dgm:cxn modelId="{11F41228-2CE7-400D-9EF2-5067F6395404}" type="presParOf" srcId="{39639DAE-57AE-47FA-81A0-259B8577772D}" destId="{69C34663-0C6A-4F72-A685-C0A7997F2A72}" srcOrd="2" destOrd="0" presId="urn:microsoft.com/office/officeart/2018/2/layout/IconVerticalSolidList"/>
    <dgm:cxn modelId="{31E0B87C-74D3-4F58-B06E-B7B2B47193E0}" type="presParOf" srcId="{39639DAE-57AE-47FA-81A0-259B8577772D}" destId="{E4A515B2-3268-48C3-87A0-95A36BCD3448}" srcOrd="3" destOrd="0" presId="urn:microsoft.com/office/officeart/2018/2/layout/IconVerticalSolidList"/>
    <dgm:cxn modelId="{E8024DEA-69C8-4D66-8DFA-0F7D2FE73EEF}" type="presParOf" srcId="{2B2C1B6B-0323-439B-B6E9-F430445964CB}" destId="{07E43460-659C-480B-AA8E-A87DB58C6AEF}" srcOrd="1" destOrd="0" presId="urn:microsoft.com/office/officeart/2018/2/layout/IconVerticalSolidList"/>
    <dgm:cxn modelId="{457471A5-E1FB-4E99-92D0-DDDF58D4FAE3}" type="presParOf" srcId="{2B2C1B6B-0323-439B-B6E9-F430445964CB}" destId="{E93C86F1-37D0-4786-B483-1DA429744DBC}" srcOrd="2" destOrd="0" presId="urn:microsoft.com/office/officeart/2018/2/layout/IconVerticalSolidList"/>
    <dgm:cxn modelId="{A3BD14B3-C5CD-40CA-A9C5-8DDA29A8BDA7}" type="presParOf" srcId="{E93C86F1-37D0-4786-B483-1DA429744DBC}" destId="{812254B3-7D31-4D9E-B455-1B0DEB48EF4B}" srcOrd="0" destOrd="0" presId="urn:microsoft.com/office/officeart/2018/2/layout/IconVerticalSolidList"/>
    <dgm:cxn modelId="{CD78BF07-F449-4C33-8144-4A75D932F304}" type="presParOf" srcId="{E93C86F1-37D0-4786-B483-1DA429744DBC}" destId="{DBBEADC9-4EC3-4DB3-8005-34FD7E56383D}" srcOrd="1" destOrd="0" presId="urn:microsoft.com/office/officeart/2018/2/layout/IconVerticalSolidList"/>
    <dgm:cxn modelId="{F869AE69-3ABD-49E0-9786-AA749056154A}" type="presParOf" srcId="{E93C86F1-37D0-4786-B483-1DA429744DBC}" destId="{EED83F29-3048-420F-B3CE-FBCA214D9C70}" srcOrd="2" destOrd="0" presId="urn:microsoft.com/office/officeart/2018/2/layout/IconVerticalSolidList"/>
    <dgm:cxn modelId="{5A242920-FA75-475B-B6F8-B479E556DA59}" type="presParOf" srcId="{E93C86F1-37D0-4786-B483-1DA429744DBC}" destId="{B3C5D237-A6BE-4F20-A02E-FFB882236D87}" srcOrd="3" destOrd="0" presId="urn:microsoft.com/office/officeart/2018/2/layout/IconVerticalSolidList"/>
    <dgm:cxn modelId="{D5BAF87C-46B9-48F4-BD7B-36792CABB344}" type="presParOf" srcId="{2B2C1B6B-0323-439B-B6E9-F430445964CB}" destId="{16F6E5B0-0820-4193-A578-A9640064604D}" srcOrd="3" destOrd="0" presId="urn:microsoft.com/office/officeart/2018/2/layout/IconVerticalSolidList"/>
    <dgm:cxn modelId="{D89A443E-F2E0-4A93-87B8-AD6E25FFBFFD}" type="presParOf" srcId="{2B2C1B6B-0323-439B-B6E9-F430445964CB}" destId="{23E03B7F-D583-4825-8A20-B44E08416564}" srcOrd="4" destOrd="0" presId="urn:microsoft.com/office/officeart/2018/2/layout/IconVerticalSolidList"/>
    <dgm:cxn modelId="{4B0FCAF7-9714-406B-8BAB-69D56A1F3D2B}" type="presParOf" srcId="{23E03B7F-D583-4825-8A20-B44E08416564}" destId="{AB3B0F4A-40D4-45D8-BE4B-CC99DD908725}" srcOrd="0" destOrd="0" presId="urn:microsoft.com/office/officeart/2018/2/layout/IconVerticalSolidList"/>
    <dgm:cxn modelId="{D0FB743B-8704-401A-BBB1-14E36EB693F2}" type="presParOf" srcId="{23E03B7F-D583-4825-8A20-B44E08416564}" destId="{738FBF5A-DC5C-4778-BD25-83F3629423F8}" srcOrd="1" destOrd="0" presId="urn:microsoft.com/office/officeart/2018/2/layout/IconVerticalSolidList"/>
    <dgm:cxn modelId="{98767A8F-1F89-45E4-A9B0-98D3D97C01C2}" type="presParOf" srcId="{23E03B7F-D583-4825-8A20-B44E08416564}" destId="{139BA5AF-6179-498D-AD36-12A7837B29D9}" srcOrd="2" destOrd="0" presId="urn:microsoft.com/office/officeart/2018/2/layout/IconVerticalSolidList"/>
    <dgm:cxn modelId="{4EB968DF-9BCE-4DAB-99CB-C97672EA1FFC}" type="presParOf" srcId="{23E03B7F-D583-4825-8A20-B44E08416564}" destId="{46BB7B6D-5B38-4767-BE35-AFB35682DE54}" srcOrd="3" destOrd="0" presId="urn:microsoft.com/office/officeart/2018/2/layout/IconVerticalSolidList"/>
    <dgm:cxn modelId="{1D41231E-C7E5-42EF-B9FE-FF4AC987EA3A}" type="presParOf" srcId="{2B2C1B6B-0323-439B-B6E9-F430445964CB}" destId="{CFD07E4F-3296-4E55-BA88-6B5A3F978814}" srcOrd="5" destOrd="0" presId="urn:microsoft.com/office/officeart/2018/2/layout/IconVerticalSolidList"/>
    <dgm:cxn modelId="{C81D5F19-402D-4B3D-BE3E-056309B64E3B}" type="presParOf" srcId="{2B2C1B6B-0323-439B-B6E9-F430445964CB}" destId="{BE51A623-F34F-47EC-BCA8-72E942089D41}" srcOrd="6" destOrd="0" presId="urn:microsoft.com/office/officeart/2018/2/layout/IconVerticalSolidList"/>
    <dgm:cxn modelId="{86089EA6-60C9-4140-89D0-A84B4DF9C665}" type="presParOf" srcId="{BE51A623-F34F-47EC-BCA8-72E942089D41}" destId="{511CFD2F-B478-4F66-895F-F1216651502F}" srcOrd="0" destOrd="0" presId="urn:microsoft.com/office/officeart/2018/2/layout/IconVerticalSolidList"/>
    <dgm:cxn modelId="{7A9E60FE-BDBF-411A-BFC2-49A3EEF68E78}" type="presParOf" srcId="{BE51A623-F34F-47EC-BCA8-72E942089D41}" destId="{C353B3EC-88DE-4505-A754-6542BD0C4F53}" srcOrd="1" destOrd="0" presId="urn:microsoft.com/office/officeart/2018/2/layout/IconVerticalSolidList"/>
    <dgm:cxn modelId="{64936390-0107-46F7-A456-16EC2C99C4FB}" type="presParOf" srcId="{BE51A623-F34F-47EC-BCA8-72E942089D41}" destId="{40F6BBF7-28AE-4E9D-AFF4-849522F48D9B}" srcOrd="2" destOrd="0" presId="urn:microsoft.com/office/officeart/2018/2/layout/IconVerticalSolidList"/>
    <dgm:cxn modelId="{80D9D9D5-C7FF-415E-9ABD-36B56CD4AD6D}" type="presParOf" srcId="{BE51A623-F34F-47EC-BCA8-72E942089D41}" destId="{19BF776B-4D94-47D1-A8EA-4C72E2447E69}" srcOrd="3" destOrd="0" presId="urn:microsoft.com/office/officeart/2018/2/layout/IconVerticalSolidList"/>
    <dgm:cxn modelId="{FDA3F3EB-1F79-46C8-99D8-AEB73B2DFDBF}" type="presParOf" srcId="{2B2C1B6B-0323-439B-B6E9-F430445964CB}" destId="{975406FB-0E29-4002-ABEF-84486491B715}" srcOrd="7" destOrd="0" presId="urn:microsoft.com/office/officeart/2018/2/layout/IconVerticalSolidList"/>
    <dgm:cxn modelId="{4371FB7A-E788-481A-9BCF-8CBD4392413A}" type="presParOf" srcId="{2B2C1B6B-0323-439B-B6E9-F430445964CB}" destId="{CB3FC95F-A72B-488B-9FD3-D4A18A8E007E}" srcOrd="8" destOrd="0" presId="urn:microsoft.com/office/officeart/2018/2/layout/IconVerticalSolidList"/>
    <dgm:cxn modelId="{83219574-5BBC-41DA-A013-695802519163}" type="presParOf" srcId="{CB3FC95F-A72B-488B-9FD3-D4A18A8E007E}" destId="{8B54DA96-B9DD-475F-BF01-9CB4F0CC4D2D}" srcOrd="0" destOrd="0" presId="urn:microsoft.com/office/officeart/2018/2/layout/IconVerticalSolidList"/>
    <dgm:cxn modelId="{30348887-5B3A-43B3-B641-328E19F86C56}" type="presParOf" srcId="{CB3FC95F-A72B-488B-9FD3-D4A18A8E007E}" destId="{8ADD9AEB-A6BA-4F66-A55F-7DB4AEE1E15C}" srcOrd="1" destOrd="0" presId="urn:microsoft.com/office/officeart/2018/2/layout/IconVerticalSolidList"/>
    <dgm:cxn modelId="{A09201D8-6285-4833-9444-437E82BFAA7A}" type="presParOf" srcId="{CB3FC95F-A72B-488B-9FD3-D4A18A8E007E}" destId="{53FAE40A-5E04-4C49-9999-AB9CDEF7347D}" srcOrd="2" destOrd="0" presId="urn:microsoft.com/office/officeart/2018/2/layout/IconVerticalSolidList"/>
    <dgm:cxn modelId="{0933F64E-791C-4BC9-AC70-D4E00285A8B9}" type="presParOf" srcId="{CB3FC95F-A72B-488B-9FD3-D4A18A8E007E}" destId="{5243EA4B-C144-469C-966E-3B207B4FD6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0AB658-5C4E-49A7-A780-E05B34BA59D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F00A57-8F83-4CCC-9B3E-B253268D087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Alle Projektziele erreicht</a:t>
          </a:r>
          <a:endParaRPr lang="en-US"/>
        </a:p>
      </dgm:t>
    </dgm:pt>
    <dgm:pt modelId="{41CB96AF-E624-4617-B4B7-DCE0B2523109}" type="parTrans" cxnId="{83995A58-48F8-41BF-8F0C-2D62A340477F}">
      <dgm:prSet/>
      <dgm:spPr/>
      <dgm:t>
        <a:bodyPr/>
        <a:lstStyle/>
        <a:p>
          <a:endParaRPr lang="en-US"/>
        </a:p>
      </dgm:t>
    </dgm:pt>
    <dgm:pt modelId="{942C2625-ECA2-4AEE-B911-18E19059D4A9}" type="sibTrans" cxnId="{83995A58-48F8-41BF-8F0C-2D62A340477F}">
      <dgm:prSet/>
      <dgm:spPr/>
      <dgm:t>
        <a:bodyPr/>
        <a:lstStyle/>
        <a:p>
          <a:endParaRPr lang="en-US"/>
        </a:p>
      </dgm:t>
    </dgm:pt>
    <dgm:pt modelId="{9F4B455E-DF7D-4667-A2A1-F31A31D453E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 dirty="0"/>
            <a:t>Erfolgreicher Webshop-Prototyp</a:t>
          </a:r>
          <a:endParaRPr lang="en-US" dirty="0"/>
        </a:p>
      </dgm:t>
    </dgm:pt>
    <dgm:pt modelId="{FD6146A1-6383-4589-9569-3B89E2355750}" type="parTrans" cxnId="{027BC346-06B6-46D8-A6C1-2E4D42F0AA41}">
      <dgm:prSet/>
      <dgm:spPr/>
      <dgm:t>
        <a:bodyPr/>
        <a:lstStyle/>
        <a:p>
          <a:endParaRPr lang="en-US"/>
        </a:p>
      </dgm:t>
    </dgm:pt>
    <dgm:pt modelId="{1B3DD1F7-09EA-46E1-9E84-13E21CF10BCD}" type="sibTrans" cxnId="{027BC346-06B6-46D8-A6C1-2E4D42F0AA41}">
      <dgm:prSet/>
      <dgm:spPr/>
      <dgm:t>
        <a:bodyPr/>
        <a:lstStyle/>
        <a:p>
          <a:endParaRPr lang="en-US"/>
        </a:p>
      </dgm:t>
    </dgm:pt>
    <dgm:pt modelId="{0E29D4EF-A949-46DC-B9D6-EDE3F482AD21}">
      <dgm:prSet/>
      <dgm:spPr/>
      <dgm:t>
        <a:bodyPr/>
        <a:lstStyle/>
        <a:p>
          <a:pPr>
            <a:lnSpc>
              <a:spcPct val="100000"/>
            </a:lnSpc>
          </a:pPr>
          <a:r>
            <a:rPr lang="de-AT" b="1" dirty="0"/>
            <a:t>Gute Basis für Weiterentwicklung </a:t>
          </a:r>
        </a:p>
      </dgm:t>
    </dgm:pt>
    <dgm:pt modelId="{1DAF09C7-EC9D-436F-BE88-98C087C22AE0}" type="sibTrans" cxnId="{9A32CFD8-A075-4FB1-A429-63BAD0B7F017}">
      <dgm:prSet/>
      <dgm:spPr/>
      <dgm:t>
        <a:bodyPr/>
        <a:lstStyle/>
        <a:p>
          <a:endParaRPr lang="de-AT"/>
        </a:p>
      </dgm:t>
    </dgm:pt>
    <dgm:pt modelId="{56DBA64E-6ACF-4B57-AAF9-6FD3405255E1}" type="parTrans" cxnId="{9A32CFD8-A075-4FB1-A429-63BAD0B7F017}">
      <dgm:prSet/>
      <dgm:spPr/>
      <dgm:t>
        <a:bodyPr/>
        <a:lstStyle/>
        <a:p>
          <a:endParaRPr lang="de-AT"/>
        </a:p>
      </dgm:t>
    </dgm:pt>
    <dgm:pt modelId="{B2A7B257-3C35-4232-9EBC-EB035C3B857B}" type="pres">
      <dgm:prSet presAssocID="{BC0AB658-5C4E-49A7-A780-E05B34BA59DC}" presName="root" presStyleCnt="0">
        <dgm:presLayoutVars>
          <dgm:dir/>
          <dgm:resizeHandles val="exact"/>
        </dgm:presLayoutVars>
      </dgm:prSet>
      <dgm:spPr/>
    </dgm:pt>
    <dgm:pt modelId="{65F804C7-389B-4368-AC43-978CE22CA585}" type="pres">
      <dgm:prSet presAssocID="{1FF00A57-8F83-4CCC-9B3E-B253268D0877}" presName="compNode" presStyleCnt="0"/>
      <dgm:spPr/>
    </dgm:pt>
    <dgm:pt modelId="{07186D61-ADA8-4A1E-BC16-F4C15815E633}" type="pres">
      <dgm:prSet presAssocID="{1FF00A57-8F83-4CCC-9B3E-B253268D0877}" presName="bgRect" presStyleLbl="bgShp" presStyleIdx="0" presStyleCnt="3"/>
      <dgm:spPr/>
    </dgm:pt>
    <dgm:pt modelId="{88C05526-B97C-4F6F-A576-2EF452E4689E}" type="pres">
      <dgm:prSet presAssocID="{1FF00A57-8F83-4CCC-9B3E-B253268D087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ophäe"/>
        </a:ext>
      </dgm:extLst>
    </dgm:pt>
    <dgm:pt modelId="{9158BD19-582A-4300-9991-C349B9ED097B}" type="pres">
      <dgm:prSet presAssocID="{1FF00A57-8F83-4CCC-9B3E-B253268D0877}" presName="spaceRect" presStyleCnt="0"/>
      <dgm:spPr/>
    </dgm:pt>
    <dgm:pt modelId="{C32DE129-84F7-4078-87A8-AB4F846C7EA0}" type="pres">
      <dgm:prSet presAssocID="{1FF00A57-8F83-4CCC-9B3E-B253268D0877}" presName="parTx" presStyleLbl="revTx" presStyleIdx="0" presStyleCnt="3">
        <dgm:presLayoutVars>
          <dgm:chMax val="0"/>
          <dgm:chPref val="0"/>
        </dgm:presLayoutVars>
      </dgm:prSet>
      <dgm:spPr/>
    </dgm:pt>
    <dgm:pt modelId="{F7D4D883-F860-40B0-BD79-46006A185494}" type="pres">
      <dgm:prSet presAssocID="{942C2625-ECA2-4AEE-B911-18E19059D4A9}" presName="sibTrans" presStyleCnt="0"/>
      <dgm:spPr/>
    </dgm:pt>
    <dgm:pt modelId="{24F222ED-100C-41B2-936D-5F68DB856D59}" type="pres">
      <dgm:prSet presAssocID="{9F4B455E-DF7D-4667-A2A1-F31A31D453E7}" presName="compNode" presStyleCnt="0"/>
      <dgm:spPr/>
    </dgm:pt>
    <dgm:pt modelId="{044BAFA8-BC51-4692-B809-D07893DD23F2}" type="pres">
      <dgm:prSet presAssocID="{9F4B455E-DF7D-4667-A2A1-F31A31D453E7}" presName="bgRect" presStyleLbl="bgShp" presStyleIdx="1" presStyleCnt="3"/>
      <dgm:spPr/>
    </dgm:pt>
    <dgm:pt modelId="{EF59DCD2-93E4-4618-B1E6-075C84851CC6}" type="pres">
      <dgm:prSet presAssocID="{9F4B455E-DF7D-4667-A2A1-F31A31D453E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ederholen"/>
        </a:ext>
      </dgm:extLst>
    </dgm:pt>
    <dgm:pt modelId="{B789E232-E425-454D-B766-1956694CC21D}" type="pres">
      <dgm:prSet presAssocID="{9F4B455E-DF7D-4667-A2A1-F31A31D453E7}" presName="spaceRect" presStyleCnt="0"/>
      <dgm:spPr/>
    </dgm:pt>
    <dgm:pt modelId="{58F06BA1-FFCD-40BF-940A-B507CF6C3E30}" type="pres">
      <dgm:prSet presAssocID="{9F4B455E-DF7D-4667-A2A1-F31A31D453E7}" presName="parTx" presStyleLbl="revTx" presStyleIdx="1" presStyleCnt="3">
        <dgm:presLayoutVars>
          <dgm:chMax val="0"/>
          <dgm:chPref val="0"/>
        </dgm:presLayoutVars>
      </dgm:prSet>
      <dgm:spPr/>
    </dgm:pt>
    <dgm:pt modelId="{1647BCEF-CCFB-4669-BCCF-1ACBB31FE783}" type="pres">
      <dgm:prSet presAssocID="{1B3DD1F7-09EA-46E1-9E84-13E21CF10BCD}" presName="sibTrans" presStyleCnt="0"/>
      <dgm:spPr/>
    </dgm:pt>
    <dgm:pt modelId="{13FE2A65-FDB5-436C-B67B-32616973A4FE}" type="pres">
      <dgm:prSet presAssocID="{0E29D4EF-A949-46DC-B9D6-EDE3F482AD21}" presName="compNode" presStyleCnt="0"/>
      <dgm:spPr/>
    </dgm:pt>
    <dgm:pt modelId="{269CC0A9-70C6-4440-BB4B-0D0B665D8D0D}" type="pres">
      <dgm:prSet presAssocID="{0E29D4EF-A949-46DC-B9D6-EDE3F482AD21}" presName="bgRect" presStyleLbl="bgShp" presStyleIdx="2" presStyleCnt="3"/>
      <dgm:spPr/>
    </dgm:pt>
    <dgm:pt modelId="{DC31E1D1-9C91-468F-BC73-80A3827B437C}" type="pres">
      <dgm:prSet presAssocID="{0E29D4EF-A949-46DC-B9D6-EDE3F482AD21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feil nach rechts mit einfarbiger Füllung"/>
        </a:ext>
      </dgm:extLst>
    </dgm:pt>
    <dgm:pt modelId="{1112D44E-F522-45D4-8729-641EA935C370}" type="pres">
      <dgm:prSet presAssocID="{0E29D4EF-A949-46DC-B9D6-EDE3F482AD21}" presName="spaceRect" presStyleCnt="0"/>
      <dgm:spPr/>
    </dgm:pt>
    <dgm:pt modelId="{2A817CD3-669D-4D5F-8A43-F974D2CA1924}" type="pres">
      <dgm:prSet presAssocID="{0E29D4EF-A949-46DC-B9D6-EDE3F482AD2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3D1B643-62B3-4001-AFC8-0A7B9904048C}" type="presOf" srcId="{9F4B455E-DF7D-4667-A2A1-F31A31D453E7}" destId="{58F06BA1-FFCD-40BF-940A-B507CF6C3E30}" srcOrd="0" destOrd="0" presId="urn:microsoft.com/office/officeart/2018/2/layout/IconVerticalSolidList"/>
    <dgm:cxn modelId="{027BC346-06B6-46D8-A6C1-2E4D42F0AA41}" srcId="{BC0AB658-5C4E-49A7-A780-E05B34BA59DC}" destId="{9F4B455E-DF7D-4667-A2A1-F31A31D453E7}" srcOrd="1" destOrd="0" parTransId="{FD6146A1-6383-4589-9569-3B89E2355750}" sibTransId="{1B3DD1F7-09EA-46E1-9E84-13E21CF10BCD}"/>
    <dgm:cxn modelId="{83995A58-48F8-41BF-8F0C-2D62A340477F}" srcId="{BC0AB658-5C4E-49A7-A780-E05B34BA59DC}" destId="{1FF00A57-8F83-4CCC-9B3E-B253268D0877}" srcOrd="0" destOrd="0" parTransId="{41CB96AF-E624-4617-B4B7-DCE0B2523109}" sibTransId="{942C2625-ECA2-4AEE-B911-18E19059D4A9}"/>
    <dgm:cxn modelId="{AA4E3C7A-36BD-4566-9822-1968F8453767}" type="presOf" srcId="{BC0AB658-5C4E-49A7-A780-E05B34BA59DC}" destId="{B2A7B257-3C35-4232-9EBC-EB035C3B857B}" srcOrd="0" destOrd="0" presId="urn:microsoft.com/office/officeart/2018/2/layout/IconVerticalSolidList"/>
    <dgm:cxn modelId="{FC0E82A9-0D6D-4453-9A38-D8562CEBBA51}" type="presOf" srcId="{1FF00A57-8F83-4CCC-9B3E-B253268D0877}" destId="{C32DE129-84F7-4078-87A8-AB4F846C7EA0}" srcOrd="0" destOrd="0" presId="urn:microsoft.com/office/officeart/2018/2/layout/IconVerticalSolidList"/>
    <dgm:cxn modelId="{B350F6C7-EF89-4593-9098-12E7FF02411F}" type="presOf" srcId="{0E29D4EF-A949-46DC-B9D6-EDE3F482AD21}" destId="{2A817CD3-669D-4D5F-8A43-F974D2CA1924}" srcOrd="0" destOrd="0" presId="urn:microsoft.com/office/officeart/2018/2/layout/IconVerticalSolidList"/>
    <dgm:cxn modelId="{9A32CFD8-A075-4FB1-A429-63BAD0B7F017}" srcId="{BC0AB658-5C4E-49A7-A780-E05B34BA59DC}" destId="{0E29D4EF-A949-46DC-B9D6-EDE3F482AD21}" srcOrd="2" destOrd="0" parTransId="{56DBA64E-6ACF-4B57-AAF9-6FD3405255E1}" sibTransId="{1DAF09C7-EC9D-436F-BE88-98C087C22AE0}"/>
    <dgm:cxn modelId="{2BA1E7D6-BFFB-45ED-A166-470CA16A2DCB}" type="presParOf" srcId="{B2A7B257-3C35-4232-9EBC-EB035C3B857B}" destId="{65F804C7-389B-4368-AC43-978CE22CA585}" srcOrd="0" destOrd="0" presId="urn:microsoft.com/office/officeart/2018/2/layout/IconVerticalSolidList"/>
    <dgm:cxn modelId="{2D7D1958-B4FF-4A5A-88CB-EB8AE69859BB}" type="presParOf" srcId="{65F804C7-389B-4368-AC43-978CE22CA585}" destId="{07186D61-ADA8-4A1E-BC16-F4C15815E633}" srcOrd="0" destOrd="0" presId="urn:microsoft.com/office/officeart/2018/2/layout/IconVerticalSolidList"/>
    <dgm:cxn modelId="{38B9889A-8246-4C86-88D1-AA136CA59EEB}" type="presParOf" srcId="{65F804C7-389B-4368-AC43-978CE22CA585}" destId="{88C05526-B97C-4F6F-A576-2EF452E4689E}" srcOrd="1" destOrd="0" presId="urn:microsoft.com/office/officeart/2018/2/layout/IconVerticalSolidList"/>
    <dgm:cxn modelId="{C4B4454D-0608-4F88-ABAA-01288FF8457F}" type="presParOf" srcId="{65F804C7-389B-4368-AC43-978CE22CA585}" destId="{9158BD19-582A-4300-9991-C349B9ED097B}" srcOrd="2" destOrd="0" presId="urn:microsoft.com/office/officeart/2018/2/layout/IconVerticalSolidList"/>
    <dgm:cxn modelId="{68901AB9-6FC3-4E4E-85CE-C68BE406512C}" type="presParOf" srcId="{65F804C7-389B-4368-AC43-978CE22CA585}" destId="{C32DE129-84F7-4078-87A8-AB4F846C7EA0}" srcOrd="3" destOrd="0" presId="urn:microsoft.com/office/officeart/2018/2/layout/IconVerticalSolidList"/>
    <dgm:cxn modelId="{457E82DD-3CC8-410B-901F-9279CD9C9179}" type="presParOf" srcId="{B2A7B257-3C35-4232-9EBC-EB035C3B857B}" destId="{F7D4D883-F860-40B0-BD79-46006A185494}" srcOrd="1" destOrd="0" presId="urn:microsoft.com/office/officeart/2018/2/layout/IconVerticalSolidList"/>
    <dgm:cxn modelId="{564822DB-9C85-49AE-AF2A-647ACACE67B9}" type="presParOf" srcId="{B2A7B257-3C35-4232-9EBC-EB035C3B857B}" destId="{24F222ED-100C-41B2-936D-5F68DB856D59}" srcOrd="2" destOrd="0" presId="urn:microsoft.com/office/officeart/2018/2/layout/IconVerticalSolidList"/>
    <dgm:cxn modelId="{F028B01E-07B6-4064-B6D2-557140E38ACF}" type="presParOf" srcId="{24F222ED-100C-41B2-936D-5F68DB856D59}" destId="{044BAFA8-BC51-4692-B809-D07893DD23F2}" srcOrd="0" destOrd="0" presId="urn:microsoft.com/office/officeart/2018/2/layout/IconVerticalSolidList"/>
    <dgm:cxn modelId="{1801F5D1-466D-40BA-8E1F-650022A3B48E}" type="presParOf" srcId="{24F222ED-100C-41B2-936D-5F68DB856D59}" destId="{EF59DCD2-93E4-4618-B1E6-075C84851CC6}" srcOrd="1" destOrd="0" presId="urn:microsoft.com/office/officeart/2018/2/layout/IconVerticalSolidList"/>
    <dgm:cxn modelId="{16F9E660-2500-45B3-9D7D-DA13CE40756F}" type="presParOf" srcId="{24F222ED-100C-41B2-936D-5F68DB856D59}" destId="{B789E232-E425-454D-B766-1956694CC21D}" srcOrd="2" destOrd="0" presId="urn:microsoft.com/office/officeart/2018/2/layout/IconVerticalSolidList"/>
    <dgm:cxn modelId="{508F5DAF-29CC-413E-8462-65B013DAF670}" type="presParOf" srcId="{24F222ED-100C-41B2-936D-5F68DB856D59}" destId="{58F06BA1-FFCD-40BF-940A-B507CF6C3E30}" srcOrd="3" destOrd="0" presId="urn:microsoft.com/office/officeart/2018/2/layout/IconVerticalSolidList"/>
    <dgm:cxn modelId="{8793BC02-3335-476F-B967-994C1A541D20}" type="presParOf" srcId="{B2A7B257-3C35-4232-9EBC-EB035C3B857B}" destId="{1647BCEF-CCFB-4669-BCCF-1ACBB31FE783}" srcOrd="3" destOrd="0" presId="urn:microsoft.com/office/officeart/2018/2/layout/IconVerticalSolidList"/>
    <dgm:cxn modelId="{912546F0-FF5B-42A4-BCB8-93A9C3AB83F6}" type="presParOf" srcId="{B2A7B257-3C35-4232-9EBC-EB035C3B857B}" destId="{13FE2A65-FDB5-436C-B67B-32616973A4FE}" srcOrd="4" destOrd="0" presId="urn:microsoft.com/office/officeart/2018/2/layout/IconVerticalSolidList"/>
    <dgm:cxn modelId="{DC677ED6-2543-4E61-B682-0132B8020253}" type="presParOf" srcId="{13FE2A65-FDB5-436C-B67B-32616973A4FE}" destId="{269CC0A9-70C6-4440-BB4B-0D0B665D8D0D}" srcOrd="0" destOrd="0" presId="urn:microsoft.com/office/officeart/2018/2/layout/IconVerticalSolidList"/>
    <dgm:cxn modelId="{D4E95346-FD50-4F4E-BAFE-8CEB17053635}" type="presParOf" srcId="{13FE2A65-FDB5-436C-B67B-32616973A4FE}" destId="{DC31E1D1-9C91-468F-BC73-80A3827B437C}" srcOrd="1" destOrd="0" presId="urn:microsoft.com/office/officeart/2018/2/layout/IconVerticalSolidList"/>
    <dgm:cxn modelId="{8EC10D71-B109-438E-840B-D7D681B56A91}" type="presParOf" srcId="{13FE2A65-FDB5-436C-B67B-32616973A4FE}" destId="{1112D44E-F522-45D4-8729-641EA935C370}" srcOrd="2" destOrd="0" presId="urn:microsoft.com/office/officeart/2018/2/layout/IconVerticalSolidList"/>
    <dgm:cxn modelId="{2013536A-64EF-4724-BC28-E1BFA3039978}" type="presParOf" srcId="{13FE2A65-FDB5-436C-B67B-32616973A4FE}" destId="{2A817CD3-669D-4D5F-8A43-F974D2CA19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9D14B-8B7F-4E99-ADBA-795F2B0209F3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B130CA-0AFA-4234-8BE1-66B0B0D1AE54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515B2-3268-48C3-87A0-95A36BCD3448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 dirty="0"/>
            <a:t>Rückblick</a:t>
          </a:r>
          <a:endParaRPr lang="en-US" sz="1900" kern="1200" dirty="0"/>
        </a:p>
      </dsp:txBody>
      <dsp:txXfrm>
        <a:off x="836323" y="3399"/>
        <a:ext cx="9679276" cy="724089"/>
      </dsp:txXfrm>
    </dsp:sp>
    <dsp:sp modelId="{812254B3-7D31-4D9E-B455-1B0DEB48EF4B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EADC9-4EC3-4DB3-8005-34FD7E56383D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5D237-A6BE-4F20-A02E-FFB882236D87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 dirty="0"/>
            <a:t>Anforderungen und Ziele </a:t>
          </a:r>
          <a:endParaRPr lang="en-US" sz="1900" kern="1200" dirty="0"/>
        </a:p>
      </dsp:txBody>
      <dsp:txXfrm>
        <a:off x="836323" y="908511"/>
        <a:ext cx="9679276" cy="724089"/>
      </dsp:txXfrm>
    </dsp:sp>
    <dsp:sp modelId="{AB3B0F4A-40D4-45D8-BE4B-CC99DD908725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FBF5A-DC5C-4778-BD25-83F3629423F8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B7B6D-5B38-4767-BE35-AFB35682DE54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 dirty="0"/>
            <a:t>Projektergebnisse</a:t>
          </a:r>
          <a:endParaRPr lang="en-US" sz="1900" kern="1200" dirty="0"/>
        </a:p>
      </dsp:txBody>
      <dsp:txXfrm>
        <a:off x="836323" y="1813624"/>
        <a:ext cx="9679276" cy="724089"/>
      </dsp:txXfrm>
    </dsp:sp>
    <dsp:sp modelId="{511CFD2F-B478-4F66-895F-F1216651502F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3B3EC-88DE-4505-A754-6542BD0C4F53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F776B-4D94-47D1-A8EA-4C72E2447E69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Live Demo</a:t>
          </a:r>
        </a:p>
      </dsp:txBody>
      <dsp:txXfrm>
        <a:off x="836323" y="2718736"/>
        <a:ext cx="9679276" cy="724089"/>
      </dsp:txXfrm>
    </dsp:sp>
    <dsp:sp modelId="{8B54DA96-B9DD-475F-BF01-9CB4F0CC4D2D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D9AEB-A6BA-4F66-A55F-7DB4AEE1E15C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3EA4B-C144-469C-966E-3B207B4FD6DF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Fazit</a:t>
          </a:r>
          <a:endParaRPr lang="en-US" sz="1900" kern="1200" dirty="0"/>
        </a:p>
      </dsp:txBody>
      <dsp:txXfrm>
        <a:off x="836323" y="3623848"/>
        <a:ext cx="9679276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86D61-ADA8-4A1E-BC16-F4C15815E633}">
      <dsp:nvSpPr>
        <dsp:cNvPr id="0" name=""/>
        <dsp:cNvSpPr/>
      </dsp:nvSpPr>
      <dsp:spPr>
        <a:xfrm>
          <a:off x="0" y="585"/>
          <a:ext cx="10515600" cy="13703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05526-B97C-4F6F-A576-2EF452E4689E}">
      <dsp:nvSpPr>
        <dsp:cNvPr id="0" name=""/>
        <dsp:cNvSpPr/>
      </dsp:nvSpPr>
      <dsp:spPr>
        <a:xfrm>
          <a:off x="414526" y="308910"/>
          <a:ext cx="753683" cy="753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DE129-84F7-4078-87A8-AB4F846C7EA0}">
      <dsp:nvSpPr>
        <dsp:cNvPr id="0" name=""/>
        <dsp:cNvSpPr/>
      </dsp:nvSpPr>
      <dsp:spPr>
        <a:xfrm>
          <a:off x="1582736" y="585"/>
          <a:ext cx="8932863" cy="137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027" tIns="145027" rIns="145027" bIns="14502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Alle Projektziele erreicht</a:t>
          </a:r>
          <a:endParaRPr lang="en-US" sz="2500" kern="1200"/>
        </a:p>
      </dsp:txBody>
      <dsp:txXfrm>
        <a:off x="1582736" y="585"/>
        <a:ext cx="8932863" cy="1370334"/>
      </dsp:txXfrm>
    </dsp:sp>
    <dsp:sp modelId="{044BAFA8-BC51-4692-B809-D07893DD23F2}">
      <dsp:nvSpPr>
        <dsp:cNvPr id="0" name=""/>
        <dsp:cNvSpPr/>
      </dsp:nvSpPr>
      <dsp:spPr>
        <a:xfrm>
          <a:off x="0" y="1713503"/>
          <a:ext cx="10515600" cy="13703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59DCD2-93E4-4618-B1E6-075C84851CC6}">
      <dsp:nvSpPr>
        <dsp:cNvPr id="0" name=""/>
        <dsp:cNvSpPr/>
      </dsp:nvSpPr>
      <dsp:spPr>
        <a:xfrm>
          <a:off x="414526" y="2021829"/>
          <a:ext cx="753683" cy="753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F06BA1-FFCD-40BF-940A-B507CF6C3E30}">
      <dsp:nvSpPr>
        <dsp:cNvPr id="0" name=""/>
        <dsp:cNvSpPr/>
      </dsp:nvSpPr>
      <dsp:spPr>
        <a:xfrm>
          <a:off x="1582736" y="1713503"/>
          <a:ext cx="8932863" cy="137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027" tIns="145027" rIns="145027" bIns="14502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 dirty="0"/>
            <a:t>Erfolgreicher Webshop-Prototyp</a:t>
          </a:r>
          <a:endParaRPr lang="en-US" sz="2500" kern="1200" dirty="0"/>
        </a:p>
      </dsp:txBody>
      <dsp:txXfrm>
        <a:off x="1582736" y="1713503"/>
        <a:ext cx="8932863" cy="1370334"/>
      </dsp:txXfrm>
    </dsp:sp>
    <dsp:sp modelId="{269CC0A9-70C6-4440-BB4B-0D0B665D8D0D}">
      <dsp:nvSpPr>
        <dsp:cNvPr id="0" name=""/>
        <dsp:cNvSpPr/>
      </dsp:nvSpPr>
      <dsp:spPr>
        <a:xfrm>
          <a:off x="0" y="3426421"/>
          <a:ext cx="10515600" cy="13703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1E1D1-9C91-468F-BC73-80A3827B437C}">
      <dsp:nvSpPr>
        <dsp:cNvPr id="0" name=""/>
        <dsp:cNvSpPr/>
      </dsp:nvSpPr>
      <dsp:spPr>
        <a:xfrm>
          <a:off x="414526" y="3734747"/>
          <a:ext cx="753683" cy="75368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17CD3-669D-4D5F-8A43-F974D2CA1924}">
      <dsp:nvSpPr>
        <dsp:cNvPr id="0" name=""/>
        <dsp:cNvSpPr/>
      </dsp:nvSpPr>
      <dsp:spPr>
        <a:xfrm>
          <a:off x="1582736" y="3426421"/>
          <a:ext cx="8932863" cy="137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027" tIns="145027" rIns="145027" bIns="14502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500" b="1" kern="1200" dirty="0"/>
            <a:t>Gute Basis für Weiterentwicklung </a:t>
          </a:r>
        </a:p>
      </dsp:txBody>
      <dsp:txXfrm>
        <a:off x="1582736" y="3426421"/>
        <a:ext cx="8932863" cy="1370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E9BDD-2EC8-4FC5-8506-23DBD186366C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77CF7-E820-47C0-B684-BBDF9E28978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07803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5C05A-90BB-D7F6-C723-EEC41756B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D9EA37D-8F54-D659-7B7C-DCAAFED15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6D7684-A8EE-68F9-C920-87B07587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04B0E0-9A19-7D76-18EF-E44FAFCE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2C7D63-D1C3-7755-E71A-EE2CBDFE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38448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71907A-880F-0217-F2DD-B4DD9DB7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219AE9-22B1-CCEB-5668-0C1D634A2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CCBB50-7483-EF63-4FE0-235AC6FC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8DEE6C-E4DE-97B7-E873-5C41D1BCF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83DBB3-F503-7B5C-9CDB-AFAB0023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729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FDC858-8ED0-1E7D-BDA8-33850AAD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EFEE51-E395-C06E-E80E-0023612C6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C076CC-CF7E-AC0E-9FC6-ED0CCD19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08A44A-4455-BDFC-F5A6-2EAB7AB3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DDADD2-C8DB-5E07-522E-4637299C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8299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E4A4-580E-0B3D-9766-DDDD8DE9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020CBD-E159-BD44-3557-93574F8D9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B6081C0-2630-4D17-330E-D22057184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754280-CB97-22D1-19E4-A5FFE87E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71323A-07CE-6A3C-8DF6-3A5DEE62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B86CA3-03A6-2C29-22F5-3D965F67E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1885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86FDB-56EE-CD3A-7D49-62E16DCD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40C9B4-9284-56B7-EC58-F2E81E3D8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714C33-6285-9931-596D-C5E15018E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BBD078-BFEC-6178-9DE6-7D70B46EF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926C31-3496-0BA0-925C-31EE884A5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01D704-4B2F-1BAE-2F12-0D534894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2AF20B2-FAD9-B0BC-1DF7-210CD62B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4C4AD96-6C87-5927-522D-75FBF576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2090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B8A53-8A95-BD29-805A-213C0897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AED4D6-68E7-64C8-EF98-9DEFAE93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9458A5-FB09-8D0E-9293-E27A35629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5FC7FD-21DD-7E7B-BDAC-EC59B881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1882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C8F943-55DE-059A-AA07-69C91F4C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3446FF9-AE92-D0DB-D122-982E9497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C77A94-1AD4-33E2-43C1-A02F7A0C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846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E0EEF-535C-60FC-18B4-7FA28D62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C0B527-467F-9D60-B3F3-B3E8DD4C0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31AB27-9FC7-66C9-B6E5-5B42B28F6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781B0A-DD2E-6E32-394F-08F423C4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160B19-B1A4-76CA-5C81-27E07870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F212CA-33BE-38B4-64BC-04122473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57590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EFBD8-3491-80D4-6113-798F7BEA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58FCF4-FD42-1833-07AE-60FF9980F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04E464-88E1-935C-57EF-0DF4D9FD8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CCB813-FBFC-8751-CD17-2F9C981A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DA9B16-706B-E4FF-7A95-83D0FC7E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DFFC85-C3EB-11E7-6CB3-86E3BA81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9699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524E2-AC0E-ACDF-65B4-2F62BF2C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42225B-9F5C-792F-D098-37814CADE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C09045-270F-AFE6-D5C5-CC9FA539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42C717-851E-4A2A-6F8B-48EAEA5D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E6B4B1-3C73-5322-C575-42E1C7FF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3900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923588E-4193-903E-D29B-ED9D729E3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F24640-71C8-388A-9CCB-A7D4FCEE5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7557AD-144E-87DF-2F71-18F19CA4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EC07C0-A959-9CAF-8517-DD862073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53F4EC-37AE-905D-FED6-0F8811C3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8357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D416BA-52AE-E60A-D239-0796EDFE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B93299-A7E0-E2C7-0F6D-9A9E44364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5204A8-7066-CE31-A824-94EF8FD02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3F6F3-EBD4-4A96-B1FC-B82E01871E33}" type="datetimeFigureOut">
              <a:rPr lang="de-AT" smtClean="0"/>
              <a:t>13.04.2026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4BCBF7-CCA4-2C58-E11C-91B32325A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C1744F-A48F-ABED-F931-F34CCF585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65896-A532-43EB-8132-0E9890BD87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661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fik 12" descr="Ein Bild, das Design, Büroausstattung, Gerät enthält.&#10;&#10;KI-generierte Inhalte können fehlerhaft sein.">
            <a:extLst>
              <a:ext uri="{FF2B5EF4-FFF2-40B4-BE49-F238E27FC236}">
                <a16:creationId xmlns:a16="http://schemas.microsoft.com/office/drawing/2014/main" id="{1CF96A3C-C953-A564-551D-B71491ACE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5" b="1706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4E5D7D-5928-00B8-391F-FF05B0235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 sz="9600" dirty="0">
                <a:solidFill>
                  <a:srgbClr val="FFFFFF"/>
                </a:solidFill>
                <a:latin typeface="+mn-lt"/>
              </a:rPr>
              <a:t>Webshop</a:t>
            </a:r>
            <a:endParaRPr lang="de-AT" sz="5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873854-4522-0F93-70E3-15B7045E5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 sz="3200" dirty="0">
                <a:solidFill>
                  <a:srgbClr val="FFFFFF"/>
                </a:solidFill>
              </a:rPr>
              <a:t>Julian Halbmayr</a:t>
            </a:r>
          </a:p>
          <a:p>
            <a:r>
              <a:rPr lang="de-DE" sz="3200" dirty="0">
                <a:solidFill>
                  <a:srgbClr val="FFFFFF"/>
                </a:solidFill>
              </a:rPr>
              <a:t>Laurenz Berchtold</a:t>
            </a:r>
          </a:p>
        </p:txBody>
      </p:sp>
    </p:spTree>
    <p:extLst>
      <p:ext uri="{BB962C8B-B14F-4D97-AF65-F5344CB8AC3E}">
        <p14:creationId xmlns:p14="http://schemas.microsoft.com/office/powerpoint/2010/main" val="55473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D32D8-A181-64FB-ECA4-62026D933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</a:t>
            </a:r>
            <a:endParaRPr lang="de-AT" dirty="0"/>
          </a:p>
        </p:txBody>
      </p:sp>
      <p:graphicFrame>
        <p:nvGraphicFramePr>
          <p:cNvPr id="12" name="Inhaltsplatzhalter 2">
            <a:extLst>
              <a:ext uri="{FF2B5EF4-FFF2-40B4-BE49-F238E27FC236}">
                <a16:creationId xmlns:a16="http://schemas.microsoft.com/office/drawing/2014/main" id="{CE7C97C4-F2E9-2FC6-A159-B9E76981CF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81672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756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957AE4-3F20-97CB-6615-DA3D82EC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458"/>
            <a:ext cx="10515600" cy="1325563"/>
          </a:xfrm>
        </p:spPr>
        <p:txBody>
          <a:bodyPr/>
          <a:lstStyle/>
          <a:p>
            <a:r>
              <a:rPr lang="de-AT" sz="6000" b="1" dirty="0"/>
              <a:t>Rückblick</a:t>
            </a:r>
            <a:endParaRPr lang="de-AT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0A1628-905C-4437-FB9E-1B856B6A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021"/>
            <a:ext cx="10515600" cy="4797342"/>
          </a:xfrm>
        </p:spPr>
        <p:txBody>
          <a:bodyPr>
            <a:normAutofit lnSpcReduction="10000"/>
          </a:bodyPr>
          <a:lstStyle/>
          <a:p>
            <a:r>
              <a:rPr lang="de-DE" sz="3200" dirty="0"/>
              <a:t>Webshop-Prototyp für Berchtold Holzbau</a:t>
            </a:r>
          </a:p>
          <a:p>
            <a:r>
              <a:rPr lang="de-DE" sz="3200" dirty="0"/>
              <a:t>Visualisierung eines möglichen Online Shops</a:t>
            </a:r>
          </a:p>
          <a:p>
            <a:endParaRPr lang="de-DE" sz="3200" dirty="0"/>
          </a:p>
          <a:p>
            <a:pPr marL="0" indent="0">
              <a:buNone/>
            </a:pPr>
            <a:r>
              <a:rPr lang="de-DE" sz="3200" dirty="0"/>
              <a:t>Fokus auf</a:t>
            </a:r>
          </a:p>
          <a:p>
            <a:pPr lvl="1"/>
            <a:r>
              <a:rPr lang="de-DE" sz="3200" dirty="0"/>
              <a:t>Benutzerfreundlichkeit</a:t>
            </a:r>
          </a:p>
          <a:p>
            <a:pPr lvl="1"/>
            <a:r>
              <a:rPr lang="de-DE" sz="3200" dirty="0"/>
              <a:t>Übersicht</a:t>
            </a:r>
          </a:p>
          <a:p>
            <a:pPr lvl="1"/>
            <a:r>
              <a:rPr lang="de-DE" sz="3200" dirty="0"/>
              <a:t>Zentrale Shop Funktionen</a:t>
            </a:r>
          </a:p>
          <a:p>
            <a:pPr marL="0" indent="0">
              <a:buNone/>
            </a:pPr>
            <a:endParaRPr lang="de-DE" sz="3200" dirty="0"/>
          </a:p>
          <a:p>
            <a:r>
              <a:rPr lang="de-DE" sz="3200" dirty="0"/>
              <a:t>Entscheidungsgrundlage für den Auftraggeber</a:t>
            </a:r>
          </a:p>
        </p:txBody>
      </p:sp>
    </p:spTree>
    <p:extLst>
      <p:ext uri="{BB962C8B-B14F-4D97-AF65-F5344CB8AC3E}">
        <p14:creationId xmlns:p14="http://schemas.microsoft.com/office/powerpoint/2010/main" val="219710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3B83B-EFF0-EB0C-DCDC-FFCDF9E6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74AEE8-EE70-5FED-5B5D-1B155F0C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458"/>
            <a:ext cx="10515600" cy="1325563"/>
          </a:xfrm>
        </p:spPr>
        <p:txBody>
          <a:bodyPr>
            <a:normAutofit/>
          </a:bodyPr>
          <a:lstStyle/>
          <a:p>
            <a:r>
              <a:rPr lang="de-DE" sz="6000" b="1" dirty="0"/>
              <a:t>Technische Umsetzung</a:t>
            </a:r>
            <a:endParaRPr lang="de-AT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BEBD6E-9EDF-FD7A-F764-FA1D544E6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021"/>
            <a:ext cx="10515600" cy="3817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AT" b="1" dirty="0"/>
              <a:t>Verwendete Technologien</a:t>
            </a:r>
          </a:p>
          <a:p>
            <a:r>
              <a:rPr lang="de-AT" dirty="0"/>
              <a:t>ASP.NET Core Razor Pages</a:t>
            </a:r>
          </a:p>
          <a:p>
            <a:r>
              <a:rPr lang="de-AT" dirty="0"/>
              <a:t>C#</a:t>
            </a:r>
          </a:p>
          <a:p>
            <a:r>
              <a:rPr lang="de-AT" dirty="0"/>
              <a:t>HTML / CSS / Bootstrap</a:t>
            </a:r>
          </a:p>
          <a:p>
            <a:r>
              <a:rPr lang="de-AT" dirty="0"/>
              <a:t>GitHub </a:t>
            </a:r>
          </a:p>
          <a:p>
            <a:r>
              <a:rPr lang="de-AT" dirty="0"/>
              <a:t>Figma</a:t>
            </a:r>
          </a:p>
          <a:p>
            <a:r>
              <a:rPr lang="de-AT" dirty="0"/>
              <a:t>Jira &amp; </a:t>
            </a:r>
            <a:r>
              <a:rPr lang="de-AT" dirty="0" err="1"/>
              <a:t>Confluence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79477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B35D3C1D-A6AE-4FCA-BB76-A4748CE5D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CDFFE97-2E70-2665-CACF-661973DAA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10" y="1365472"/>
            <a:ext cx="10978470" cy="35646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AT" sz="8000" dirty="0"/>
              <a:t>Anforderungen und Ziele</a:t>
            </a:r>
            <a:endParaRPr lang="en-US" sz="8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6D5BF818-2283-4CC9-A120-9225CEDFA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063A42EF-20CC-4BCC-9D0B-222CF3AAE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831269"/>
            <a:ext cx="109270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55215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2E94A-3E10-648B-6B1F-FEE2A146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D0C80-E4BB-ABDA-8408-73C5658A6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458"/>
            <a:ext cx="10515600" cy="1325563"/>
          </a:xfrm>
        </p:spPr>
        <p:txBody>
          <a:bodyPr>
            <a:normAutofit/>
          </a:bodyPr>
          <a:lstStyle/>
          <a:p>
            <a:r>
              <a:rPr lang="de-DE" sz="6000" b="1" dirty="0"/>
              <a:t>Projektziele</a:t>
            </a:r>
            <a:endParaRPr lang="de-AT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87C5CF-8418-1D37-D50F-EFB512F28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021"/>
            <a:ext cx="10515600" cy="4797342"/>
          </a:xfrm>
        </p:spPr>
        <p:txBody>
          <a:bodyPr>
            <a:normAutofit/>
          </a:bodyPr>
          <a:lstStyle/>
          <a:p>
            <a:r>
              <a:rPr lang="de-AT" dirty="0"/>
              <a:t>moderner und benutzerfreundlicher Webshop</a:t>
            </a:r>
          </a:p>
          <a:p>
            <a:r>
              <a:rPr lang="de-AT" dirty="0"/>
              <a:t>übersichtliche Produktdarstellung</a:t>
            </a:r>
          </a:p>
          <a:p>
            <a:r>
              <a:rPr lang="de-AT" dirty="0"/>
              <a:t>einfacher Bestellprozess</a:t>
            </a:r>
          </a:p>
          <a:p>
            <a:r>
              <a:rPr lang="de-AT" dirty="0"/>
              <a:t>strukturierter Admin-Bereich</a:t>
            </a:r>
          </a:p>
          <a:p>
            <a:r>
              <a:rPr lang="de-AT" dirty="0"/>
              <a:t>klare Produktdarstellung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0079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9C739-C76D-57D5-3500-02250430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5CB2A-9869-ECA9-A435-CD7272C6B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458"/>
            <a:ext cx="10515600" cy="1325563"/>
          </a:xfrm>
        </p:spPr>
        <p:txBody>
          <a:bodyPr>
            <a:normAutofit/>
          </a:bodyPr>
          <a:lstStyle/>
          <a:p>
            <a:r>
              <a:rPr lang="de-DE" sz="6000" b="1" dirty="0"/>
              <a:t>Wichtige Anforderungen</a:t>
            </a:r>
            <a:endParaRPr lang="de-A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7A4254-4434-2D34-2157-E27DA08D81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44869"/>
            <a:ext cx="6246197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Produktübersicht und Kategorien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Suchfunktion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Login und Registrierung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Warenkorb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/>
              <a:t>Checkout</a:t>
            </a:r>
            <a:r>
              <a:rPr lang="de-DE" altLang="de-DE" dirty="0"/>
              <a:t> mit Rechnung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Produktverwaltung für Admins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Übersicht über alle Rechnungen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Anzeige der meistverkauften Produkte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Produktempfehlung (Topseller)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Favoritenliste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Produktvergleich</a:t>
            </a:r>
          </a:p>
        </p:txBody>
      </p:sp>
    </p:spTree>
    <p:extLst>
      <p:ext uri="{BB962C8B-B14F-4D97-AF65-F5344CB8AC3E}">
        <p14:creationId xmlns:p14="http://schemas.microsoft.com/office/powerpoint/2010/main" val="423160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6E14D-4609-C2D5-61C2-D0175B4F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DAF9A5F1-A4D7-2282-8768-92EECF399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73C6858-3319-B7DD-7F89-56BC652E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10" y="1365472"/>
            <a:ext cx="10978470" cy="35646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AT" sz="8000" dirty="0"/>
              <a:t>Projektergebnisse</a:t>
            </a:r>
            <a:endParaRPr lang="en-US" sz="8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63DD4859-23EC-AA06-A745-3283CD4A1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3C6F1596-64A9-1573-D3BD-1B9D02AEF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831269"/>
            <a:ext cx="109270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10554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2ADA-A22B-CB6F-A09D-641B8CB01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702C0-5C65-3C60-F39D-EF64D782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458"/>
            <a:ext cx="10515600" cy="1325563"/>
          </a:xfrm>
        </p:spPr>
        <p:txBody>
          <a:bodyPr>
            <a:normAutofit/>
          </a:bodyPr>
          <a:lstStyle/>
          <a:p>
            <a:r>
              <a:rPr lang="de-DE" sz="6000" b="1" dirty="0"/>
              <a:t>Projektergebnisse</a:t>
            </a:r>
            <a:endParaRPr lang="de-AT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B95C98-F2E0-EF60-2B15-8E60ADAD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021"/>
            <a:ext cx="10515600" cy="38173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AT" b="1" dirty="0"/>
              <a:t>Kundenbereich</a:t>
            </a:r>
          </a:p>
          <a:p>
            <a:r>
              <a:rPr lang="de-DE" dirty="0"/>
              <a:t>Produkte durchsuchen</a:t>
            </a:r>
          </a:p>
          <a:p>
            <a:r>
              <a:rPr lang="de-DE" dirty="0"/>
              <a:t>Produktdetails anzeigen</a:t>
            </a:r>
          </a:p>
          <a:p>
            <a:r>
              <a:rPr lang="de-DE" dirty="0"/>
              <a:t>Warenkorb verwalten</a:t>
            </a:r>
          </a:p>
          <a:p>
            <a:r>
              <a:rPr lang="de-DE" dirty="0"/>
              <a:t>Bestellung abschließen</a:t>
            </a:r>
          </a:p>
          <a:p>
            <a:r>
              <a:rPr lang="de-DE" dirty="0"/>
              <a:t>Rechnung generieren</a:t>
            </a:r>
          </a:p>
          <a:p>
            <a:r>
              <a:rPr lang="de-DE" dirty="0"/>
              <a:t>Favoritenliste verwenden</a:t>
            </a:r>
          </a:p>
          <a:p>
            <a:r>
              <a:rPr lang="de-DE" dirty="0"/>
              <a:t>Topseller-Empfehlungen erhalten</a:t>
            </a:r>
          </a:p>
          <a:p>
            <a:r>
              <a:rPr lang="de-DE" dirty="0"/>
              <a:t>Artikel vergleichen</a:t>
            </a:r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597103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CA77B-D573-0F73-4478-9B49D7DD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88025-A3F7-8F76-78FB-E90CF264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458"/>
            <a:ext cx="10515600" cy="1325563"/>
          </a:xfrm>
        </p:spPr>
        <p:txBody>
          <a:bodyPr>
            <a:normAutofit/>
          </a:bodyPr>
          <a:lstStyle/>
          <a:p>
            <a:r>
              <a:rPr lang="de-DE" sz="6000" b="1" dirty="0"/>
              <a:t>Projektergebnisse</a:t>
            </a:r>
            <a:endParaRPr lang="de-AT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FDE1B7-29D7-5BA3-1705-3314B95B3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021"/>
            <a:ext cx="10515600" cy="38173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AT" b="1" dirty="0" err="1"/>
              <a:t>Adminbereich</a:t>
            </a:r>
            <a:endParaRPr lang="de-AT" b="1" dirty="0"/>
          </a:p>
          <a:p>
            <a:r>
              <a:rPr lang="de-DE" dirty="0"/>
              <a:t>Produkte anlegen</a:t>
            </a:r>
          </a:p>
          <a:p>
            <a:r>
              <a:rPr lang="de-DE" dirty="0"/>
              <a:t>Bearbeiten</a:t>
            </a:r>
          </a:p>
          <a:p>
            <a:r>
              <a:rPr lang="de-DE" dirty="0"/>
              <a:t>Löschen</a:t>
            </a:r>
          </a:p>
          <a:p>
            <a:r>
              <a:rPr lang="de-DE" dirty="0"/>
              <a:t>Kategorien verwalten</a:t>
            </a:r>
          </a:p>
          <a:p>
            <a:r>
              <a:rPr lang="de-DE" dirty="0"/>
              <a:t>Lagerbestand einsehen</a:t>
            </a:r>
          </a:p>
          <a:p>
            <a:r>
              <a:rPr lang="de-DE" dirty="0"/>
              <a:t>Rechnungsübersicht anzeigen</a:t>
            </a:r>
          </a:p>
          <a:p>
            <a:r>
              <a:rPr lang="de-DE" dirty="0"/>
              <a:t>meistverkaufte Produkte analysieren</a:t>
            </a:r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297277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F6F61D-7D6F-7367-1DF3-7ED7A8FA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dirty="0"/>
              <a:t>Live Demo</a:t>
            </a:r>
          </a:p>
        </p:txBody>
      </p:sp>
      <p:pic>
        <p:nvPicPr>
          <p:cNvPr id="6" name="Graphic 5" descr="Wiedergabe">
            <a:extLst>
              <a:ext uri="{FF2B5EF4-FFF2-40B4-BE49-F238E27FC236}">
                <a16:creationId xmlns:a16="http://schemas.microsoft.com/office/drawing/2014/main" id="{498C199B-4DBB-5339-7A23-264C39420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9916" y="593725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5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90C70-ACBB-6CC1-3D64-F3A08B06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46CA49D0-1332-090B-1A7E-103FB1E61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04BAE21-1702-3737-354D-37E38FE3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10" y="1365472"/>
            <a:ext cx="10978470" cy="35646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Fazit</a:t>
            </a:r>
            <a:endParaRPr lang="en-US" sz="8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A51C9586-9BC8-6042-015E-07E002797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E4722262-D7B7-B851-D401-963F060C1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831269"/>
            <a:ext cx="109270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4563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E25CB-BDC6-6329-A501-A1894EDB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D33CE3-0616-C07F-BF16-D8800000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458"/>
            <a:ext cx="10515600" cy="1325563"/>
          </a:xfrm>
        </p:spPr>
        <p:txBody>
          <a:bodyPr>
            <a:normAutofit/>
          </a:bodyPr>
          <a:lstStyle/>
          <a:p>
            <a:r>
              <a:rPr lang="de-DE" sz="6000" b="1"/>
              <a:t>Fazit &amp; Ausblick</a:t>
            </a:r>
            <a:endParaRPr lang="de-AT" b="1" dirty="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06A9B580-885F-B822-ED8C-39D4AAE75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837098"/>
              </p:ext>
            </p:extLst>
          </p:nvPr>
        </p:nvGraphicFramePr>
        <p:xfrm>
          <a:off x="838200" y="1606021"/>
          <a:ext cx="10515600" cy="4797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7799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1F07A-CD3D-100E-7726-55E4559B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B3E2BD-330F-B6AC-48F1-8FBA7296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Danke für eure Aufmerksamkeit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C3E3423D-AE4D-607A-57E0-17EF1C20A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2E0395A3-CC77-415F-B874-A57908A60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8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A3C57F-8FCE-429F-8C13-7E6EAEFF6CDC}">
  <we:reference id="b976bf9e-dd87-459f-840c-210c09b36273" version="3.0.0.3" store="EXCatalog" storeType="EXCatalog"/>
  <we:alternateReferences>
    <we:reference id="WA200005566" version="3.0.0.3" store="de-DE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Breitbild</PresentationFormat>
  <Paragraphs>74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</vt:lpstr>
      <vt:lpstr>Webshop</vt:lpstr>
      <vt:lpstr>Überblick</vt:lpstr>
      <vt:lpstr>Rückblick</vt:lpstr>
      <vt:lpstr>Technische Umsetzung</vt:lpstr>
      <vt:lpstr>Anforderungen und Ziele</vt:lpstr>
      <vt:lpstr>Projektziele</vt:lpstr>
      <vt:lpstr>Wichtige Anforderungen</vt:lpstr>
      <vt:lpstr>Projektergebnisse</vt:lpstr>
      <vt:lpstr>Projektergebnisse</vt:lpstr>
      <vt:lpstr>Projektergebnisse</vt:lpstr>
      <vt:lpstr>Live Demo</vt:lpstr>
      <vt:lpstr>Fazit</vt:lpstr>
      <vt:lpstr>Fazit &amp; Ausblick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Halbmayr</dc:creator>
  <cp:lastModifiedBy>Julian Halbmayr</cp:lastModifiedBy>
  <cp:revision>88</cp:revision>
  <dcterms:created xsi:type="dcterms:W3CDTF">2025-04-23T08:44:09Z</dcterms:created>
  <dcterms:modified xsi:type="dcterms:W3CDTF">2026-04-13T07:53:11Z</dcterms:modified>
</cp:coreProperties>
</file>